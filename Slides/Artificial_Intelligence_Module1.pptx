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256" r:id="rId5"/>
    <p:sldId id="257" r:id="rId6"/>
    <p:sldId id="273" r:id="rId7"/>
    <p:sldId id="283" r:id="rId8"/>
    <p:sldId id="272" r:id="rId9"/>
    <p:sldId id="270" r:id="rId10"/>
    <p:sldId id="274" r:id="rId11"/>
    <p:sldId id="281" r:id="rId12"/>
    <p:sldId id="282" r:id="rId13"/>
    <p:sldId id="271" r:id="rId14"/>
    <p:sldId id="275" r:id="rId15"/>
    <p:sldId id="276" r:id="rId16"/>
    <p:sldId id="277" r:id="rId17"/>
    <p:sldId id="278" r:id="rId18"/>
    <p:sldId id="279" r:id="rId19"/>
    <p:sldId id="280" r:id="rId20"/>
    <p:sldId id="264" r:id="rId21"/>
    <p:sldId id="28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43399" autoAdjust="0"/>
  </p:normalViewPr>
  <p:slideViewPr>
    <p:cSldViewPr>
      <p:cViewPr varScale="1">
        <p:scale>
          <a:sx n="35" d="100"/>
          <a:sy n="35" d="100"/>
        </p:scale>
        <p:origin x="2510" y="43"/>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66CB0-D60F-4BE5-83D4-0DD72108AD14}" type="datetimeFigureOut">
              <a:rPr lang="en-US" smtClean="0"/>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CF031E-D17A-4139-B770-A41292C01C8F}" type="slidenum">
              <a:rPr lang="en-US" smtClean="0"/>
              <a:t>‹#›</a:t>
            </a:fld>
            <a:endParaRPr lang="en-US"/>
          </a:p>
        </p:txBody>
      </p:sp>
    </p:spTree>
    <p:extLst>
      <p:ext uri="{BB962C8B-B14F-4D97-AF65-F5344CB8AC3E}">
        <p14:creationId xmlns:p14="http://schemas.microsoft.com/office/powerpoint/2010/main" val="1402829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esa.int/Applications/Observing_the_Earth/Copernicus/Sentinel-3"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www.esa.int/ESA_Multimedia/Sets/Earth_from_Space_image_collection/(result_type)/images"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Earth from Space: Southern Tip of Florida</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image, captured by the </a:t>
            </a:r>
            <a:r>
              <a:rPr lang="en-US" sz="1200" b="0" i="0" u="none" strike="noStrike" kern="1200" dirty="0">
                <a:solidFill>
                  <a:schemeClr val="tx1"/>
                </a:solidFill>
                <a:effectLst/>
                <a:latin typeface="+mn-lt"/>
                <a:ea typeface="+mn-ea"/>
                <a:cs typeface="+mn-cs"/>
                <a:hlinkClick r:id="rId3"/>
              </a:rPr>
              <a:t>Copernicus Sentinel-3 mission</a:t>
            </a:r>
            <a:r>
              <a:rPr lang="en-US" sz="1200" b="0" i="0" kern="1200" dirty="0">
                <a:solidFill>
                  <a:schemeClr val="tx1"/>
                </a:solidFill>
                <a:effectLst/>
                <a:latin typeface="+mn-lt"/>
                <a:ea typeface="+mn-ea"/>
                <a:cs typeface="+mn-cs"/>
              </a:rPr>
              <a:t>, shows at the top the southern tip of Florida, the circular Lake Okeechobee down through the Everglades and the curved archipelago of islands known as the Florida Keys all the way to Key West. The surrounding turquoise and deep-blue waters create a striking reminder of the beauty and diversity of our planet, making this a fitting scene to celebrate a thousand views of Earth from space.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At the bottom of the image lies Cuba, partially veiled by clouds. The darker cloud-free area along the island’s southern coast is the Zapata Swamp, Cuba’s largest wetland, spanning the Zapata Peninsula and surrounding the Bay of Pigs. The peninsula stretches into the turquoise waters of the Gulf of </a:t>
            </a:r>
            <a:r>
              <a:rPr lang="en-US" sz="1200" b="0" i="0" kern="1200" dirty="0" err="1">
                <a:solidFill>
                  <a:schemeClr val="tx1"/>
                </a:solidFill>
                <a:effectLst/>
                <a:latin typeface="+mn-lt"/>
                <a:ea typeface="+mn-ea"/>
                <a:cs typeface="+mn-cs"/>
              </a:rPr>
              <a:t>Batabanò</a:t>
            </a:r>
            <a:r>
              <a:rPr lang="en-US" sz="1200" b="0" i="0" kern="1200" dirty="0">
                <a:solidFill>
                  <a:schemeClr val="tx1"/>
                </a:solidFill>
                <a:effectLst/>
                <a:latin typeface="+mn-lt"/>
                <a:ea typeface="+mn-ea"/>
                <a:cs typeface="+mn-cs"/>
              </a:rPr>
              <a:t>, which separates the Cuban mainland from the circular Isla de la Juventud.</a:t>
            </a:r>
          </a:p>
          <a:p>
            <a:r>
              <a:rPr lang="en-US" sz="1200" b="0" i="0" kern="1200" dirty="0">
                <a:solidFill>
                  <a:schemeClr val="tx1"/>
                </a:solidFill>
                <a:effectLst/>
                <a:latin typeface="+mn-lt"/>
                <a:ea typeface="+mn-ea"/>
                <a:cs typeface="+mn-cs"/>
              </a:rPr>
              <a:t>Between Florida and Cuba is the Cay Sal bank, appearing as a small area of turquoise water in the dark blue Straits of Florida.</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the east, we can see the Bahamas, which consist of a chain of islands and shallow-water banks. The largest island, Andros, lies on the eastern edge of the Great Bahama Bank, a shallow-submerged water platform. The contrast between the bank’s shallow green and turquoise waters and the darker Atlantic waters clearly marks the abrupt transition to deeper waters.</a:t>
            </a:r>
          </a:p>
          <a:p>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Reference: </a:t>
            </a:r>
            <a:r>
              <a:rPr lang="en-US" dirty="0"/>
              <a:t>European Space Agency. (n.d.). </a:t>
            </a:r>
            <a:r>
              <a:rPr lang="en-US" i="1" dirty="0"/>
              <a:t>Earth from space: Southern Tip of Florida</a:t>
            </a:r>
            <a:r>
              <a:rPr lang="en-US" dirty="0"/>
              <a:t>. </a:t>
            </a:r>
            <a:r>
              <a:rPr lang="en-US" dirty="0">
                <a:hlinkClick r:id="rId4"/>
              </a:rPr>
              <a:t>ESA - Earth from Space image collection</a:t>
            </a:r>
            <a:endParaRPr lang="en-US" dirty="0"/>
          </a:p>
        </p:txBody>
      </p:sp>
      <p:sp>
        <p:nvSpPr>
          <p:cNvPr id="4" name="Slide Number Placeholder 3"/>
          <p:cNvSpPr>
            <a:spLocks noGrp="1"/>
          </p:cNvSpPr>
          <p:nvPr>
            <p:ph type="sldNum" sz="quarter" idx="5"/>
          </p:nvPr>
        </p:nvSpPr>
        <p:spPr/>
        <p:txBody>
          <a:bodyPr/>
          <a:lstStyle/>
          <a:p>
            <a:fld id="{2CCF031E-D17A-4139-B770-A41292C01C8F}" type="slidenum">
              <a:rPr lang="en-US" smtClean="0"/>
              <a:t>1</a:t>
            </a:fld>
            <a:endParaRPr lang="en-US"/>
          </a:p>
        </p:txBody>
      </p:sp>
    </p:spTree>
    <p:extLst>
      <p:ext uri="{BB962C8B-B14F-4D97-AF65-F5344CB8AC3E}">
        <p14:creationId xmlns:p14="http://schemas.microsoft.com/office/powerpoint/2010/main" val="951534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starting with agents, we establish the system architecture first. Search and logic are simply the algorithms running inside the agent's execution loop (or brain) to help it decide what to do next. There is a misconception that if a system doesn't use machine learning, it isn't AI. By looking at agents, we can discuss a more academically rigorous definition of AI, </a:t>
            </a:r>
            <a:r>
              <a:rPr lang="en-US" b="1" dirty="0"/>
              <a:t>rational agency</a:t>
            </a:r>
            <a:r>
              <a:rPr lang="en-US" dirty="0"/>
              <a: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agent is anything that can be viewed as perceiving its environment through sensors and acting upon that environment through actuators.” (Russell &amp; Norvig, 2010)</a:t>
            </a:r>
          </a:p>
          <a:p>
            <a:endParaRPr lang="en-US" i="1" dirty="0"/>
          </a:p>
          <a:p>
            <a:r>
              <a:rPr lang="en-US" dirty="0"/>
              <a:t>“This leads to a definition of a rational agent: For each possible percept sequence, a rational agent should select an action that is expected to maximize its performance measure, given the evidence provided by the percept sequence and whatever built-in knowledge the agent has.“(Russell &amp; Norvig, 2010)</a:t>
            </a:r>
          </a:p>
          <a:p>
            <a:endParaRPr lang="en-US" dirty="0"/>
          </a:p>
          <a:p>
            <a:r>
              <a:rPr lang="en-US" dirty="0"/>
              <a:t>So, however it calculates that action, whether through a nested </a:t>
            </a:r>
            <a:r>
              <a:rPr lang="en-US" sz="1200" kern="1200" dirty="0">
                <a:solidFill>
                  <a:schemeClr val="tx1"/>
                </a:solidFill>
                <a:latin typeface="+mn-lt"/>
                <a:ea typeface="+mn-ea"/>
                <a:cs typeface="+mn-cs"/>
              </a:rPr>
              <a:t>if</a:t>
            </a:r>
            <a:r>
              <a:rPr lang="en-US" dirty="0"/>
              <a:t> statement or a neural network, is just an implementation detail. As we know, the industry is currently obsessed with Large Language Models. That architecture isn't new. It is the exact same Intelligent Agent framework from the 1970s, just swapped with a modern generative brain.</a:t>
            </a:r>
          </a:p>
          <a:p>
            <a:endParaRPr lang="en-US" i="1" dirty="0"/>
          </a:p>
          <a:p>
            <a:r>
              <a:rPr lang="en-US" i="1" dirty="0"/>
              <a:t>Reference: </a:t>
            </a:r>
            <a:r>
              <a:rPr lang="en-US" dirty="0"/>
              <a:t>Russell, S., &amp; Norvig, P. (2010). </a:t>
            </a:r>
            <a:r>
              <a:rPr lang="en-US" i="1" dirty="0"/>
              <a:t>Artificial intelligence: A modern approach</a:t>
            </a:r>
            <a:r>
              <a:rPr lang="en-US" dirty="0"/>
              <a:t> (3rd ed.). Prentice Hall.</a:t>
            </a:r>
          </a:p>
        </p:txBody>
      </p:sp>
      <p:sp>
        <p:nvSpPr>
          <p:cNvPr id="4" name="Slide Number Placeholder 3"/>
          <p:cNvSpPr>
            <a:spLocks noGrp="1"/>
          </p:cNvSpPr>
          <p:nvPr>
            <p:ph type="sldNum" sz="quarter" idx="5"/>
          </p:nvPr>
        </p:nvSpPr>
        <p:spPr/>
        <p:txBody>
          <a:bodyPr/>
          <a:lstStyle/>
          <a:p>
            <a:fld id="{2CCF031E-D17A-4139-B770-A41292C01C8F}" type="slidenum">
              <a:rPr lang="en-US" smtClean="0"/>
              <a:t>2</a:t>
            </a:fld>
            <a:endParaRPr lang="en-US"/>
          </a:p>
        </p:txBody>
      </p:sp>
    </p:spTree>
    <p:extLst>
      <p:ext uri="{BB962C8B-B14F-4D97-AF65-F5344CB8AC3E}">
        <p14:creationId xmlns:p14="http://schemas.microsoft.com/office/powerpoint/2010/main" val="3812305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C2D66-F8F5-47AE-7746-079F4E4844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14CB6-1AAF-FB83-1339-83D4511CB6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6A8D6-5E7B-3EEC-D242-21C4EF64B5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definitions on the left measure success in terms of fidelity to human performance, whereas the ones on the right measure against an ideal performance measure, called rationality. A system is rational if it does the “right thing,” given what it knows.” (Russell &amp; Norvig, 2010)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think the overall goal of AI, as it’s been with computing in the past, is to generally optimize efficiency while maintaining rationality.</a:t>
            </a:r>
          </a:p>
          <a:p>
            <a:endParaRPr lang="en-US" i="1" dirty="0"/>
          </a:p>
          <a:p>
            <a:r>
              <a:rPr lang="en-US" i="1" dirty="0"/>
              <a:t>Reference: </a:t>
            </a:r>
            <a:r>
              <a:rPr lang="en-US" dirty="0"/>
              <a:t>Russell, S., &amp; Norvig, P. (2010). </a:t>
            </a:r>
            <a:r>
              <a:rPr lang="en-US" i="1" dirty="0"/>
              <a:t>Artificial intelligence: A modern approach</a:t>
            </a:r>
            <a:r>
              <a:rPr lang="en-US" dirty="0"/>
              <a:t> (3rd ed.). Prentice Hall.</a:t>
            </a:r>
          </a:p>
        </p:txBody>
      </p:sp>
      <p:sp>
        <p:nvSpPr>
          <p:cNvPr id="4" name="Slide Number Placeholder 3">
            <a:extLst>
              <a:ext uri="{FF2B5EF4-FFF2-40B4-BE49-F238E27FC236}">
                <a16:creationId xmlns:a16="http://schemas.microsoft.com/office/drawing/2014/main" id="{46724B64-A441-99CD-6175-B2F6AFB03CAF}"/>
              </a:ext>
            </a:extLst>
          </p:cNvPr>
          <p:cNvSpPr>
            <a:spLocks noGrp="1"/>
          </p:cNvSpPr>
          <p:nvPr>
            <p:ph type="sldNum" sz="quarter" idx="5"/>
          </p:nvPr>
        </p:nvSpPr>
        <p:spPr/>
        <p:txBody>
          <a:bodyPr/>
          <a:lstStyle/>
          <a:p>
            <a:fld id="{2CCF031E-D17A-4139-B770-A41292C01C8F}" type="slidenum">
              <a:rPr lang="en-US" smtClean="0"/>
              <a:t>3</a:t>
            </a:fld>
            <a:endParaRPr lang="en-US"/>
          </a:p>
        </p:txBody>
      </p:sp>
    </p:spTree>
    <p:extLst>
      <p:ext uri="{BB962C8B-B14F-4D97-AF65-F5344CB8AC3E}">
        <p14:creationId xmlns:p14="http://schemas.microsoft.com/office/powerpoint/2010/main" val="4046134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8A605-0786-CA6C-92D1-8971F9BC4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B2503A-431B-BE23-CFCA-283CDFC99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7CDAE7-1B30-EA54-A581-C160ADBD4B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a:t>
            </a:r>
            <a:r>
              <a:rPr lang="en-US" dirty="0"/>
              <a:t>The simplest kind of agent is the simple reflex agent. These agents select actions on the basis of the current percept, ignoring the rest of the percept history.” (Russell &amp; Norvig, 2010)</a:t>
            </a:r>
          </a:p>
          <a:p>
            <a:endParaRPr lang="en-US" i="1" dirty="0"/>
          </a:p>
          <a:p>
            <a:r>
              <a:rPr lang="en-US" i="1" dirty="0"/>
              <a:t>Example: </a:t>
            </a:r>
            <a:r>
              <a:rPr lang="en-US" dirty="0"/>
              <a:t>A smart thermostat. If the current temperature drops below 68°F, turn on the heat. It doesn’t look at historical trends or care what the weather was like an hour ago.</a:t>
            </a:r>
            <a:endParaRPr lang="en-US" i="1" dirty="0"/>
          </a:p>
          <a:p>
            <a:endParaRPr lang="en-US" i="1" dirty="0"/>
          </a:p>
          <a:p>
            <a:r>
              <a:rPr lang="en-US" i="1" dirty="0"/>
              <a:t>Reference: </a:t>
            </a:r>
            <a:r>
              <a:rPr lang="en-US" dirty="0"/>
              <a:t>Russell, S., &amp; Norvig, P. (2010). </a:t>
            </a:r>
            <a:r>
              <a:rPr lang="en-US" i="1" dirty="0"/>
              <a:t>Artificial intelligence: A modern approach</a:t>
            </a:r>
            <a:r>
              <a:rPr lang="en-US" dirty="0"/>
              <a:t> (3rd ed.). Prentice Hall.</a:t>
            </a:r>
          </a:p>
        </p:txBody>
      </p:sp>
      <p:sp>
        <p:nvSpPr>
          <p:cNvPr id="4" name="Slide Number Placeholder 3">
            <a:extLst>
              <a:ext uri="{FF2B5EF4-FFF2-40B4-BE49-F238E27FC236}">
                <a16:creationId xmlns:a16="http://schemas.microsoft.com/office/drawing/2014/main" id="{AB520865-DE87-2CAF-867C-12BF262CD0E3}"/>
              </a:ext>
            </a:extLst>
          </p:cNvPr>
          <p:cNvSpPr>
            <a:spLocks noGrp="1"/>
          </p:cNvSpPr>
          <p:nvPr>
            <p:ph type="sldNum" sz="quarter" idx="5"/>
          </p:nvPr>
        </p:nvSpPr>
        <p:spPr/>
        <p:txBody>
          <a:bodyPr/>
          <a:lstStyle/>
          <a:p>
            <a:fld id="{2CCF031E-D17A-4139-B770-A41292C01C8F}" type="slidenum">
              <a:rPr lang="en-US" smtClean="0"/>
              <a:t>4</a:t>
            </a:fld>
            <a:endParaRPr lang="en-US"/>
          </a:p>
        </p:txBody>
      </p:sp>
    </p:spTree>
    <p:extLst>
      <p:ext uri="{BB962C8B-B14F-4D97-AF65-F5344CB8AC3E}">
        <p14:creationId xmlns:p14="http://schemas.microsoft.com/office/powerpoint/2010/main" val="3719007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49C23-2C1A-A521-4BC8-F04F74E3B4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99F2DE-BB0D-F6C4-494F-CEE9338EBA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801A56-A64A-6822-F1B8-2BA2E0DFE31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a:t>
            </a:r>
            <a:r>
              <a:rPr lang="en-US" dirty="0"/>
              <a:t>The most effective way to handle partial observability is for the agent to keep track of the part of the world it can’t see now. That is, the agent should maintain some sort of </a:t>
            </a:r>
            <a:r>
              <a:rPr lang="en-US" b="1" dirty="0"/>
              <a:t>internal state </a:t>
            </a:r>
            <a:r>
              <a:rPr lang="en-US" dirty="0"/>
              <a:t>that depends on the percept history and thereby reflects at least some of the unobserved aspects of the current state.” (Russell &amp; Norvig, 2010)</a:t>
            </a:r>
          </a:p>
          <a:p>
            <a:endParaRPr lang="en-US" dirty="0"/>
          </a:p>
          <a:p>
            <a:r>
              <a:rPr lang="en-US" dirty="0"/>
              <a:t>Now, if we have information about how the agent’s environment unfolds and how the agent’s actions may affect its environment, we can create a model. In turn, creating a model-based agent.</a:t>
            </a:r>
          </a:p>
          <a:p>
            <a:endParaRPr lang="en-US" dirty="0"/>
          </a:p>
          <a:p>
            <a:r>
              <a:rPr lang="en-US" dirty="0"/>
              <a:t>So, we are effectively adding memory to the agent.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Example: </a:t>
            </a:r>
            <a:r>
              <a:rPr lang="en-US" dirty="0"/>
              <a:t>A robotic vacuum cleaner. If it bumps into a wall, it can't "see" behind itself, but its internal map logs where that wall is so it doesn't try to drive backward into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r>
              <a:rPr lang="en-US" i="1" dirty="0"/>
              <a:t>Reference: </a:t>
            </a:r>
            <a:r>
              <a:rPr lang="en-US" dirty="0"/>
              <a:t>Russell, S., &amp; Norvig, P. (2010). </a:t>
            </a:r>
            <a:r>
              <a:rPr lang="en-US" i="1" dirty="0"/>
              <a:t>Artificial intelligence: A modern approach</a:t>
            </a:r>
            <a:r>
              <a:rPr lang="en-US" dirty="0"/>
              <a:t> (3rd ed.). Prentice Hall.</a:t>
            </a:r>
          </a:p>
        </p:txBody>
      </p:sp>
      <p:sp>
        <p:nvSpPr>
          <p:cNvPr id="4" name="Slide Number Placeholder 3">
            <a:extLst>
              <a:ext uri="{FF2B5EF4-FFF2-40B4-BE49-F238E27FC236}">
                <a16:creationId xmlns:a16="http://schemas.microsoft.com/office/drawing/2014/main" id="{C16F9B00-B4B5-4210-4C4E-3C7840FD9E39}"/>
              </a:ext>
            </a:extLst>
          </p:cNvPr>
          <p:cNvSpPr>
            <a:spLocks noGrp="1"/>
          </p:cNvSpPr>
          <p:nvPr>
            <p:ph type="sldNum" sz="quarter" idx="5"/>
          </p:nvPr>
        </p:nvSpPr>
        <p:spPr/>
        <p:txBody>
          <a:bodyPr/>
          <a:lstStyle/>
          <a:p>
            <a:fld id="{2CCF031E-D17A-4139-B770-A41292C01C8F}" type="slidenum">
              <a:rPr lang="en-US" smtClean="0"/>
              <a:t>5</a:t>
            </a:fld>
            <a:endParaRPr lang="en-US"/>
          </a:p>
        </p:txBody>
      </p:sp>
    </p:spTree>
    <p:extLst>
      <p:ext uri="{BB962C8B-B14F-4D97-AF65-F5344CB8AC3E}">
        <p14:creationId xmlns:p14="http://schemas.microsoft.com/office/powerpoint/2010/main" val="1226065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4400D-6112-7E62-9CD7-0BE952575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67771-F41B-42D0-AC58-3E9DCB7DD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F57094-B267-74BC-893B-B13E2A3B4EE2}"/>
              </a:ext>
            </a:extLst>
          </p:cNvPr>
          <p:cNvSpPr>
            <a:spLocks noGrp="1"/>
          </p:cNvSpPr>
          <p:nvPr>
            <p:ph type="body" idx="1"/>
          </p:nvPr>
        </p:nvSpPr>
        <p:spPr/>
        <p:txBody>
          <a:bodyPr/>
          <a:lstStyle/>
          <a:p>
            <a:r>
              <a:rPr lang="en-US" dirty="0"/>
              <a:t>For a goal-based agent, “the agent needs some sort of goal information that describes situations that are desirable…” (Russell &amp; Norvig, 2010). Additionally, to achieve that goal, searching and planning need to be implemented.</a:t>
            </a:r>
          </a:p>
          <a:p>
            <a:endParaRPr lang="en-US" dirty="0"/>
          </a:p>
          <a:p>
            <a:r>
              <a:rPr lang="en-US" dirty="0"/>
              <a:t>Example: A GPS navigation app finding a route. Its goal is a binary target (reaching Point B). It evaluates combinations of turns to find a viable path to that endpoint.</a:t>
            </a:r>
          </a:p>
          <a:p>
            <a:endParaRPr lang="en-US" dirty="0"/>
          </a:p>
          <a:p>
            <a:r>
              <a:rPr lang="en-US" dirty="0"/>
              <a:t>For a utility-based agent, “an agent’s utility function is essentially an internalization of the performance measure. If the internal utility function and the external performance measure are in agreement, then an agent that chooses actions to maximize its utility will be rational according to the external performance measure.” (Russell &amp; Norvig, 2010)</a:t>
            </a:r>
          </a:p>
          <a:p>
            <a:endParaRPr lang="en-US" dirty="0"/>
          </a:p>
          <a:p>
            <a:r>
              <a:rPr lang="en-US" i="1" dirty="0"/>
              <a:t>Example: </a:t>
            </a:r>
            <a:r>
              <a:rPr lang="en-US" dirty="0"/>
              <a:t>A self-driving car deciding how to navigate. It doesn’t just want to reach the destination (goal-based); it maps out paths that maximize passenger safety, minimize travel time, and optimize fuel efficiency simultaneously.</a:t>
            </a:r>
          </a:p>
          <a:p>
            <a:endParaRPr lang="en-US" dirty="0"/>
          </a:p>
          <a:p>
            <a:r>
              <a:rPr lang="en-US" dirty="0"/>
              <a:t>And from my understanding:</a:t>
            </a:r>
          </a:p>
          <a:p>
            <a:r>
              <a:rPr lang="en-US" dirty="0"/>
              <a:t>• Uninformed search is goal-based </a:t>
            </a:r>
          </a:p>
          <a:p>
            <a:r>
              <a:rPr lang="en-US" dirty="0"/>
              <a:t>• Informed search is utility-based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Reference: </a:t>
            </a:r>
            <a:r>
              <a:rPr lang="en-US" dirty="0"/>
              <a:t>Russell, S., &amp; Norvig, P. (2010). </a:t>
            </a:r>
            <a:r>
              <a:rPr lang="en-US" i="1" dirty="0"/>
              <a:t>Artificial intelligence: A modern approach</a:t>
            </a:r>
            <a:r>
              <a:rPr lang="en-US" dirty="0"/>
              <a:t> (3rd ed.). Prentice Hall.</a:t>
            </a:r>
          </a:p>
          <a:p>
            <a:endParaRPr lang="en-US" dirty="0"/>
          </a:p>
        </p:txBody>
      </p:sp>
      <p:sp>
        <p:nvSpPr>
          <p:cNvPr id="4" name="Slide Number Placeholder 3">
            <a:extLst>
              <a:ext uri="{FF2B5EF4-FFF2-40B4-BE49-F238E27FC236}">
                <a16:creationId xmlns:a16="http://schemas.microsoft.com/office/drawing/2014/main" id="{61105CFF-627C-4A96-4B2D-403E69751A56}"/>
              </a:ext>
            </a:extLst>
          </p:cNvPr>
          <p:cNvSpPr>
            <a:spLocks noGrp="1"/>
          </p:cNvSpPr>
          <p:nvPr>
            <p:ph type="sldNum" sz="quarter" idx="5"/>
          </p:nvPr>
        </p:nvSpPr>
        <p:spPr/>
        <p:txBody>
          <a:bodyPr/>
          <a:lstStyle/>
          <a:p>
            <a:fld id="{2CCF031E-D17A-4139-B770-A41292C01C8F}" type="slidenum">
              <a:rPr lang="en-US" smtClean="0"/>
              <a:t>6</a:t>
            </a:fld>
            <a:endParaRPr lang="en-US"/>
          </a:p>
        </p:txBody>
      </p:sp>
    </p:spTree>
    <p:extLst>
      <p:ext uri="{BB962C8B-B14F-4D97-AF65-F5344CB8AC3E}">
        <p14:creationId xmlns:p14="http://schemas.microsoft.com/office/powerpoint/2010/main" val="543448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ACE9A-3CD2-4283-3102-16ECC1D3E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E69318-C935-76CA-BA91-AC376E42C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886FDE-6CED-BE1C-5404-D82AB85B194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learning agent can be divided into four conceptual components, as shown in Figure 2.15. The most important distinction is between the learning element, which is responsible for making improvements, and the performance element, which is responsible for selecting external actions. The performance element is what we have previously considered to be the entire agent: it takes in percepts and decides on actions. The learning element uses feedback from the critic on how the agent is doing and determines how the performance element should be modified to do better in the future… The last component of the learning agent is the problem generator. It is responsible for suggesting actions that will lead to new and informative experiences.” (Russell &amp; Norvig, 2010)</a:t>
            </a:r>
          </a:p>
          <a:p>
            <a:endParaRPr lang="en-US" dirty="0"/>
          </a:p>
          <a:p>
            <a:r>
              <a:rPr lang="en-US" i="1" dirty="0"/>
              <a:t>Example: </a:t>
            </a:r>
            <a:r>
              <a:rPr lang="en-US" dirty="0"/>
              <a:t>An AI algorithm trained via Reinforcement Learning to play chess or video games (like AlphaGo). It plays millions of games, receives scores on its performance, and shifts its entire internal logic to avoid making the same mistakes twice.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Reference: </a:t>
            </a:r>
            <a:r>
              <a:rPr lang="en-US" dirty="0"/>
              <a:t>Russell, S., &amp; Norvig, P. (2010). </a:t>
            </a:r>
            <a:r>
              <a:rPr lang="en-US" i="1" dirty="0"/>
              <a:t>Artificial intelligence: A modern approach</a:t>
            </a:r>
            <a:r>
              <a:rPr lang="en-US" dirty="0"/>
              <a:t> (3rd ed.). Prentice Hall.</a:t>
            </a:r>
          </a:p>
          <a:p>
            <a:endParaRPr lang="en-US" dirty="0"/>
          </a:p>
        </p:txBody>
      </p:sp>
      <p:sp>
        <p:nvSpPr>
          <p:cNvPr id="4" name="Slide Number Placeholder 3">
            <a:extLst>
              <a:ext uri="{FF2B5EF4-FFF2-40B4-BE49-F238E27FC236}">
                <a16:creationId xmlns:a16="http://schemas.microsoft.com/office/drawing/2014/main" id="{9B5783AB-A230-A65B-7455-C299D61436CE}"/>
              </a:ext>
            </a:extLst>
          </p:cNvPr>
          <p:cNvSpPr>
            <a:spLocks noGrp="1"/>
          </p:cNvSpPr>
          <p:nvPr>
            <p:ph type="sldNum" sz="quarter" idx="5"/>
          </p:nvPr>
        </p:nvSpPr>
        <p:spPr/>
        <p:txBody>
          <a:bodyPr/>
          <a:lstStyle/>
          <a:p>
            <a:fld id="{2CCF031E-D17A-4139-B770-A41292C01C8F}" type="slidenum">
              <a:rPr lang="en-US" smtClean="0"/>
              <a:t>7</a:t>
            </a:fld>
            <a:endParaRPr lang="en-US"/>
          </a:p>
        </p:txBody>
      </p:sp>
    </p:spTree>
    <p:extLst>
      <p:ext uri="{BB962C8B-B14F-4D97-AF65-F5344CB8AC3E}">
        <p14:creationId xmlns:p14="http://schemas.microsoft.com/office/powerpoint/2010/main" val="3875856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4592F-2014-4F5E-74B1-4E8693FED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29144-358E-9EAC-B96C-08A199453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7026B-165A-A091-BFEE-CC3C2357A508}"/>
              </a:ext>
            </a:extLst>
          </p:cNvPr>
          <p:cNvSpPr>
            <a:spLocks noGrp="1"/>
          </p:cNvSpPr>
          <p:nvPr>
            <p:ph type="body" idx="1"/>
          </p:nvPr>
        </p:nvSpPr>
        <p:spPr/>
        <p:txBody>
          <a:bodyPr/>
          <a:lstStyle/>
          <a:p>
            <a:r>
              <a:rPr lang="en-US" dirty="0"/>
              <a:t>• Facts about the environment and the task can be observed via inputs during the execution </a:t>
            </a:r>
          </a:p>
          <a:p>
            <a:r>
              <a:rPr lang="en-US" dirty="0"/>
              <a:t>	– These facts are called knowledge</a:t>
            </a:r>
          </a:p>
          <a:p>
            <a:r>
              <a:rPr lang="en-US" dirty="0"/>
              <a:t>	– Some knowledge already exist in the agent at the initiate state, but some knowledge is obtained via execution </a:t>
            </a:r>
          </a:p>
          <a:p>
            <a:r>
              <a:rPr lang="en-US" dirty="0"/>
              <a:t>• Knowledge, particularly new knowledge, is used to improve task performance</a:t>
            </a:r>
          </a:p>
          <a:p>
            <a:r>
              <a:rPr lang="en-US" dirty="0"/>
              <a:t>	– Adopt to changes in the environment by updating the relevant knowledge</a:t>
            </a:r>
          </a:p>
          <a:p>
            <a:r>
              <a:rPr lang="en-US" dirty="0"/>
              <a:t>	– New knowledge helps to define better utility-based decisions </a:t>
            </a:r>
          </a:p>
          <a:p>
            <a:r>
              <a:rPr lang="en-US" dirty="0"/>
              <a:t>• A knowledge base is the component for storing knowledge, and an inference engine is for generating new knowledge</a:t>
            </a:r>
          </a:p>
          <a:p>
            <a:endParaRPr lang="en-US" dirty="0"/>
          </a:p>
          <a:p>
            <a:r>
              <a:rPr lang="en-US" dirty="0"/>
              <a:t>• Central component of a knowledge-based agent</a:t>
            </a:r>
          </a:p>
          <a:p>
            <a:r>
              <a:rPr lang="en-US" dirty="0"/>
              <a:t>	– A set of assertions, expressed by knowledge representation language</a:t>
            </a:r>
          </a:p>
          <a:p>
            <a:r>
              <a:rPr lang="en-US" dirty="0"/>
              <a:t>	– Each assertion takes one piece of knowledge about the world </a:t>
            </a:r>
          </a:p>
          <a:p>
            <a:r>
              <a:rPr lang="en-US" dirty="0"/>
              <a:t>	– Some assertions are called axioms: meaning they are taken without being derived from other assertions </a:t>
            </a:r>
          </a:p>
          <a:p>
            <a:r>
              <a:rPr lang="en-US" dirty="0"/>
              <a:t>• TELL adds new assertations</a:t>
            </a:r>
          </a:p>
          <a:p>
            <a:r>
              <a:rPr lang="en-US" dirty="0"/>
              <a:t>	– Agent with knowledge base can gain knowledge by telling it what it needs to know </a:t>
            </a:r>
          </a:p>
          <a:p>
            <a:r>
              <a:rPr lang="en-US" dirty="0"/>
              <a:t>• ASK can query the content in the knowledge base</a:t>
            </a:r>
          </a:p>
          <a:p>
            <a:r>
              <a:rPr lang="en-US" dirty="0"/>
              <a:t>	– Means asking about what is known in the knowledge base </a:t>
            </a:r>
          </a:p>
          <a:p>
            <a:r>
              <a:rPr lang="en-US" dirty="0"/>
              <a:t>• ACT can infer the answer</a:t>
            </a:r>
          </a:p>
          <a:p>
            <a:r>
              <a:rPr lang="en-US" dirty="0"/>
              <a:t>	– Means taking actions based on it’s knowledge base </a:t>
            </a:r>
          </a:p>
          <a:p>
            <a:endParaRPr lang="en-US" dirty="0"/>
          </a:p>
          <a:p>
            <a:r>
              <a:rPr lang="en-US" i="1" dirty="0"/>
              <a:t>Example: </a:t>
            </a:r>
            <a:r>
              <a:rPr lang="en-US" dirty="0"/>
              <a:t>Medical Diagnostic Expert Systems (like MYCIN) or and other expert mode systems. If the system is given the facts "Patient has symptom X" and "Symptom X implies Condition Y," it infers "Patient has Condition Y" and decides on a treatment plan.</a:t>
            </a:r>
          </a:p>
        </p:txBody>
      </p:sp>
      <p:sp>
        <p:nvSpPr>
          <p:cNvPr id="4" name="Slide Number Placeholder 3">
            <a:extLst>
              <a:ext uri="{FF2B5EF4-FFF2-40B4-BE49-F238E27FC236}">
                <a16:creationId xmlns:a16="http://schemas.microsoft.com/office/drawing/2014/main" id="{829251C5-39B4-E724-C3D9-49C934AE674C}"/>
              </a:ext>
            </a:extLst>
          </p:cNvPr>
          <p:cNvSpPr>
            <a:spLocks noGrp="1"/>
          </p:cNvSpPr>
          <p:nvPr>
            <p:ph type="sldNum" sz="quarter" idx="5"/>
          </p:nvPr>
        </p:nvSpPr>
        <p:spPr/>
        <p:txBody>
          <a:bodyPr/>
          <a:lstStyle/>
          <a:p>
            <a:fld id="{2CCF031E-D17A-4139-B770-A41292C01C8F}" type="slidenum">
              <a:rPr lang="en-US" smtClean="0"/>
              <a:t>8</a:t>
            </a:fld>
            <a:endParaRPr lang="en-US"/>
          </a:p>
        </p:txBody>
      </p:sp>
    </p:spTree>
    <p:extLst>
      <p:ext uri="{BB962C8B-B14F-4D97-AF65-F5344CB8AC3E}">
        <p14:creationId xmlns:p14="http://schemas.microsoft.com/office/powerpoint/2010/main" val="228037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7A765-1B3B-9BC0-D4E6-996B16965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96736-52AD-4EBF-0AB5-B76D30DC6D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7D563E-F614-9C08-2599-EADFF798F671}"/>
              </a:ext>
            </a:extLst>
          </p:cNvPr>
          <p:cNvSpPr>
            <a:spLocks noGrp="1"/>
          </p:cNvSpPr>
          <p:nvPr>
            <p:ph type="body" idx="1"/>
          </p:nvPr>
        </p:nvSpPr>
        <p:spPr/>
        <p:txBody>
          <a:bodyPr/>
          <a:lstStyle/>
          <a:p>
            <a:r>
              <a:rPr lang="en-US" dirty="0"/>
              <a:t>I’m not going to discuss how a knowledge base is represented through logic systems, and I am not going to discuss inference rules. But here is a high-level summary.</a:t>
            </a:r>
          </a:p>
          <a:p>
            <a:endParaRPr lang="en-US" dirty="0"/>
          </a:p>
          <a:p>
            <a:r>
              <a:rPr lang="en-US" dirty="0"/>
              <a:t>• Knowledge-based agents can take the expandable KB to represent the environment, the task, and the best approaches.</a:t>
            </a:r>
          </a:p>
          <a:p>
            <a:r>
              <a:rPr lang="en-US" dirty="0"/>
              <a:t>	– Knowledge is represented as logic sentences </a:t>
            </a:r>
          </a:p>
          <a:p>
            <a:endParaRPr lang="en-US" dirty="0"/>
          </a:p>
          <a:p>
            <a:r>
              <a:rPr lang="en-US" dirty="0"/>
              <a:t>• Logic can be propositional or first-order logic system</a:t>
            </a:r>
          </a:p>
          <a:p>
            <a:r>
              <a:rPr lang="en-US" dirty="0"/>
              <a:t>	– syntax: formal structure of sentences</a:t>
            </a:r>
          </a:p>
          <a:p>
            <a:r>
              <a:rPr lang="en-US" dirty="0"/>
              <a:t>	– semantics: truth of sentences w.r.t models</a:t>
            </a:r>
          </a:p>
          <a:p>
            <a:r>
              <a:rPr lang="en-US" dirty="0"/>
              <a:t>	– entailment: necessary truth of one sentence given another</a:t>
            </a:r>
          </a:p>
          <a:p>
            <a:r>
              <a:rPr lang="en-US" dirty="0"/>
              <a:t>	– Inference and proof: deriving sentences from other sentences</a:t>
            </a:r>
          </a:p>
          <a:p>
            <a:r>
              <a:rPr lang="en-US" dirty="0"/>
              <a:t>	– soundness: derivations produce only entailed sentences</a:t>
            </a:r>
          </a:p>
          <a:p>
            <a:r>
              <a:rPr lang="en-US" dirty="0"/>
              <a:t>	– completeness: derivations can produce all entailed sentences </a:t>
            </a:r>
          </a:p>
          <a:p>
            <a:endParaRPr lang="en-US" dirty="0"/>
          </a:p>
          <a:p>
            <a:r>
              <a:rPr lang="en-US" dirty="0"/>
              <a:t>• Pros: Explicit, human readable, reliable</a:t>
            </a:r>
          </a:p>
          <a:p>
            <a:r>
              <a:rPr lang="en-US" dirty="0"/>
              <a:t>• Cons: Not all knowledge can be easily represented as logic sentences. This could have too many logic sentences and no good way to select, so it’s inefficient. It cannot handle uncertainty.</a:t>
            </a:r>
          </a:p>
          <a:p>
            <a:r>
              <a:rPr lang="en-US" dirty="0"/>
              <a:t> </a:t>
            </a:r>
          </a:p>
          <a:p>
            <a:r>
              <a:rPr lang="en-US" dirty="0"/>
              <a:t>Soundness (precision): Out of everything the model </a:t>
            </a:r>
            <a:r>
              <a:rPr lang="en-US" i="1" dirty="0"/>
              <a:t>claims</a:t>
            </a:r>
            <a:r>
              <a:rPr lang="en-US" dirty="0"/>
              <a:t> is true, how much of it actually </a:t>
            </a:r>
            <a:r>
              <a:rPr lang="en-US" i="1" dirty="0"/>
              <a:t>is</a:t>
            </a:r>
            <a:r>
              <a:rPr lang="en-US" dirty="0"/>
              <a:t> true?</a:t>
            </a:r>
          </a:p>
          <a:p>
            <a:r>
              <a:rPr lang="en-US" dirty="0"/>
              <a:t>Completeness (recall): Out of all the actual truths out there, how many did the model manage to </a:t>
            </a:r>
            <a:r>
              <a:rPr lang="en-US" i="1" dirty="0"/>
              <a:t>find</a:t>
            </a:r>
            <a:r>
              <a:rPr lang="en-US" dirty="0"/>
              <a:t>?</a:t>
            </a:r>
          </a:p>
          <a:p>
            <a:endParaRPr lang="en-US" dirty="0"/>
          </a:p>
          <a:p>
            <a:r>
              <a:rPr lang="en-US" dirty="0"/>
              <a:t>I want to stop and ask, can a probabilistic model ever be sound and/or complete? The short answer is no, these definitions were built for a deterministic model.</a:t>
            </a:r>
          </a:p>
          <a:p>
            <a:endParaRPr lang="en-US" dirty="0"/>
          </a:p>
          <a:p>
            <a:r>
              <a:rPr lang="en-US" dirty="0"/>
              <a:t>For an LLM to be </a:t>
            </a:r>
            <a:r>
              <a:rPr lang="en-US" b="1" dirty="0"/>
              <a:t>sound</a:t>
            </a:r>
            <a:r>
              <a:rPr lang="en-US" dirty="0"/>
              <a:t>, everything it outputs (derives) would have to be factually or logically true (entailed). LLMs hallucinate. They confidently generate false facts, invent fake citations, and produce flawed mathematical proofs.</a:t>
            </a:r>
          </a:p>
          <a:p>
            <a:endParaRPr lang="en-US" dirty="0"/>
          </a:p>
          <a:p>
            <a:r>
              <a:rPr lang="en-US" dirty="0"/>
              <a:t>For an LLM to be </a:t>
            </a:r>
            <a:r>
              <a:rPr lang="en-US" b="1" dirty="0"/>
              <a:t>complete</a:t>
            </a:r>
            <a:r>
              <a:rPr lang="en-US" dirty="0"/>
              <a:t>, it would need to be capable of finding or proving </a:t>
            </a:r>
            <a:r>
              <a:rPr lang="en-US" i="1" dirty="0"/>
              <a:t>every</a:t>
            </a:r>
            <a:r>
              <a:rPr lang="en-US" dirty="0"/>
              <a:t> valid logical truth that follows from its training data or prompt context. LLMs suffer from strict limitations like context window constraints, attention degradation over long texts, and systemic blind spots (such as failing at complex, multi-step logic or basic arithmetic with large numbers). They can easily miss or fail to derive a truth that is technically implicit in their data.</a:t>
            </a:r>
          </a:p>
          <a:p>
            <a:endParaRPr lang="en-US" dirty="0"/>
          </a:p>
          <a:p>
            <a:r>
              <a:rPr lang="en-US" i="1" dirty="0"/>
              <a:t>Note: </a:t>
            </a:r>
            <a:r>
              <a:rPr lang="en-US" dirty="0"/>
              <a:t>Neuro-symbolic AI aims to solve these issues by using LLMs to solve problems, then using external systems designed around formal logic rules to verify the solution.</a:t>
            </a:r>
          </a:p>
          <a:p>
            <a:endParaRPr lang="en-US" dirty="0"/>
          </a:p>
          <a:p>
            <a:r>
              <a:rPr lang="en-US" dirty="0"/>
              <a:t>To be clear, LLMs aren’t knowledge-based agents. Although external systems for neuro-symbolic AI would be knowledge-based. At their core foundation, LLMs are fundamentally </a:t>
            </a:r>
            <a:r>
              <a:rPr lang="en-US" b="1" dirty="0"/>
              <a:t>learning-based agents</a:t>
            </a:r>
            <a:r>
              <a:rPr lang="en-US" dirty="0"/>
              <a:t> because they are trained on massive datasets to iteratively minimize prediction error. And </a:t>
            </a:r>
            <a:r>
              <a:rPr lang="en-US" dirty="0" err="1"/>
              <a:t>thhe</a:t>
            </a:r>
            <a:r>
              <a:rPr lang="en-US" dirty="0"/>
              <a:t> agentic framework of an LLM makes the performance elements </a:t>
            </a:r>
            <a:r>
              <a:rPr lang="en-US" b="1" dirty="0"/>
              <a:t>goal-based</a:t>
            </a:r>
            <a:r>
              <a:rPr lang="en-US" dirty="0"/>
              <a:t> or </a:t>
            </a:r>
            <a:r>
              <a:rPr lang="en-US" b="1" dirty="0"/>
              <a:t>utility-based</a:t>
            </a:r>
            <a:r>
              <a:rPr lang="en-US" dirty="0"/>
              <a:t>. </a:t>
            </a:r>
          </a:p>
        </p:txBody>
      </p:sp>
      <p:sp>
        <p:nvSpPr>
          <p:cNvPr id="4" name="Slide Number Placeholder 3">
            <a:extLst>
              <a:ext uri="{FF2B5EF4-FFF2-40B4-BE49-F238E27FC236}">
                <a16:creationId xmlns:a16="http://schemas.microsoft.com/office/drawing/2014/main" id="{2BEF8456-25AC-B55D-0A45-73B4B3A627B7}"/>
              </a:ext>
            </a:extLst>
          </p:cNvPr>
          <p:cNvSpPr>
            <a:spLocks noGrp="1"/>
          </p:cNvSpPr>
          <p:nvPr>
            <p:ph type="sldNum" sz="quarter" idx="5"/>
          </p:nvPr>
        </p:nvSpPr>
        <p:spPr/>
        <p:txBody>
          <a:bodyPr/>
          <a:lstStyle/>
          <a:p>
            <a:fld id="{2CCF031E-D17A-4139-B770-A41292C01C8F}" type="slidenum">
              <a:rPr lang="en-US" smtClean="0"/>
              <a:t>9</a:t>
            </a:fld>
            <a:endParaRPr lang="en-US"/>
          </a:p>
        </p:txBody>
      </p:sp>
    </p:spTree>
    <p:extLst>
      <p:ext uri="{BB962C8B-B14F-4D97-AF65-F5344CB8AC3E}">
        <p14:creationId xmlns:p14="http://schemas.microsoft.com/office/powerpoint/2010/main" val="14944182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C9809-FCC5-FDB7-7E7B-432B86140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45610-B13C-716D-61D8-67234FDE23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E176B-97B6-646A-2F68-DA9864500602}"/>
              </a:ext>
            </a:extLst>
          </p:cNvPr>
          <p:cNvSpPr>
            <a:spLocks noGrp="1"/>
          </p:cNvSpPr>
          <p:nvPr>
            <p:ph type="body" idx="1"/>
          </p:nvPr>
        </p:nvSpPr>
        <p:spPr/>
        <p:txBody>
          <a:bodyPr/>
          <a:lstStyle/>
          <a:p>
            <a:r>
              <a:rPr lang="en-US" dirty="0"/>
              <a:t>The right formulation makes a big difference to the size of the search space.</a:t>
            </a:r>
          </a:p>
          <a:p>
            <a:endParaRPr lang="en-US" dirty="0"/>
          </a:p>
          <a:p>
            <a:r>
              <a:rPr lang="en-US" dirty="0"/>
              <a:t>“We group all these under the heading of the task environment. For the acronymically minded, we call this the PEAS (Performance, Environment, Actuators, Sensors) description. In designing an agent, the first step must always be to specify the task environment as fully as possible.”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Reference: </a:t>
            </a:r>
            <a:r>
              <a:rPr lang="en-US" dirty="0"/>
              <a:t>Russell, S., &amp; Norvig, P. (2010). </a:t>
            </a:r>
            <a:r>
              <a:rPr lang="en-US" i="1" dirty="0"/>
              <a:t>Artificial intelligence: A modern approach</a:t>
            </a:r>
            <a:r>
              <a:rPr lang="en-US" dirty="0"/>
              <a:t> (3rd ed.). Prentice Hall.</a:t>
            </a:r>
          </a:p>
          <a:p>
            <a:endParaRPr lang="en-US" dirty="0"/>
          </a:p>
        </p:txBody>
      </p:sp>
      <p:sp>
        <p:nvSpPr>
          <p:cNvPr id="4" name="Slide Number Placeholder 3">
            <a:extLst>
              <a:ext uri="{FF2B5EF4-FFF2-40B4-BE49-F238E27FC236}">
                <a16:creationId xmlns:a16="http://schemas.microsoft.com/office/drawing/2014/main" id="{7CA48B97-B305-E5D2-9AF2-F63552F7EED7}"/>
              </a:ext>
            </a:extLst>
          </p:cNvPr>
          <p:cNvSpPr>
            <a:spLocks noGrp="1"/>
          </p:cNvSpPr>
          <p:nvPr>
            <p:ph type="sldNum" sz="quarter" idx="5"/>
          </p:nvPr>
        </p:nvSpPr>
        <p:spPr/>
        <p:txBody>
          <a:bodyPr/>
          <a:lstStyle/>
          <a:p>
            <a:fld id="{2CCF031E-D17A-4139-B770-A41292C01C8F}" type="slidenum">
              <a:rPr lang="en-US" smtClean="0"/>
              <a:t>10</a:t>
            </a:fld>
            <a:endParaRPr lang="en-US"/>
          </a:p>
        </p:txBody>
      </p:sp>
    </p:spTree>
    <p:extLst>
      <p:ext uri="{BB962C8B-B14F-4D97-AF65-F5344CB8AC3E}">
        <p14:creationId xmlns:p14="http://schemas.microsoft.com/office/powerpoint/2010/main" val="2437866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1D47D-D68A-96CE-C648-F691999A14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A5D88-3389-EE5E-5CA9-382815F6B5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EDA04-1FF0-CB61-FEFD-3349D86BC5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AC45D6-F52C-0E08-B17F-2041530E2780}"/>
              </a:ext>
            </a:extLst>
          </p:cNvPr>
          <p:cNvSpPr>
            <a:spLocks noGrp="1"/>
          </p:cNvSpPr>
          <p:nvPr>
            <p:ph type="sldNum" sz="quarter" idx="5"/>
          </p:nvPr>
        </p:nvSpPr>
        <p:spPr/>
        <p:txBody>
          <a:bodyPr/>
          <a:lstStyle/>
          <a:p>
            <a:fld id="{2CCF031E-D17A-4139-B770-A41292C01C8F}" type="slidenum">
              <a:rPr lang="en-US" smtClean="0"/>
              <a:t>11</a:t>
            </a:fld>
            <a:endParaRPr lang="en-US"/>
          </a:p>
        </p:txBody>
      </p:sp>
    </p:spTree>
    <p:extLst>
      <p:ext uri="{BB962C8B-B14F-4D97-AF65-F5344CB8AC3E}">
        <p14:creationId xmlns:p14="http://schemas.microsoft.com/office/powerpoint/2010/main" val="22090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687B2-5985-B492-67A0-2E06D14B7A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33D1D3-0C48-F90F-E155-2BC7873319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F63093-6A49-1E4E-ECD0-61C541944FF6}"/>
              </a:ext>
            </a:extLst>
          </p:cNvPr>
          <p:cNvSpPr>
            <a:spLocks noGrp="1"/>
          </p:cNvSpPr>
          <p:nvPr>
            <p:ph type="body" idx="1"/>
          </p:nvPr>
        </p:nvSpPr>
        <p:spPr/>
        <p:txBody>
          <a:bodyPr/>
          <a:lstStyle/>
          <a:p>
            <a:r>
              <a:rPr lang="en-US" sz="1200" dirty="0"/>
              <a:t>• Expand the shallowest unexpanded node </a:t>
            </a:r>
          </a:p>
          <a:p>
            <a:r>
              <a:rPr lang="en-US" sz="1200" dirty="0"/>
              <a:t>• Place all new successors at the end of a FIFO (First In First Out) queue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Reference: </a:t>
            </a:r>
            <a:r>
              <a:rPr lang="en-US" dirty="0"/>
              <a:t>Russell, S., &amp; Norvig, P. (2010). </a:t>
            </a:r>
            <a:r>
              <a:rPr lang="en-US" i="1" dirty="0"/>
              <a:t>Artificial intelligence: A modern approach</a:t>
            </a:r>
            <a:r>
              <a:rPr lang="en-US" dirty="0"/>
              <a:t> (3rd ed.). Prentice Hall.</a:t>
            </a:r>
          </a:p>
          <a:p>
            <a:endParaRPr lang="en-US" dirty="0"/>
          </a:p>
        </p:txBody>
      </p:sp>
      <p:sp>
        <p:nvSpPr>
          <p:cNvPr id="4" name="Slide Number Placeholder 3">
            <a:extLst>
              <a:ext uri="{FF2B5EF4-FFF2-40B4-BE49-F238E27FC236}">
                <a16:creationId xmlns:a16="http://schemas.microsoft.com/office/drawing/2014/main" id="{DF02F435-A174-CEA2-DBC1-421740327708}"/>
              </a:ext>
            </a:extLst>
          </p:cNvPr>
          <p:cNvSpPr>
            <a:spLocks noGrp="1"/>
          </p:cNvSpPr>
          <p:nvPr>
            <p:ph type="sldNum" sz="quarter" idx="5"/>
          </p:nvPr>
        </p:nvSpPr>
        <p:spPr/>
        <p:txBody>
          <a:bodyPr/>
          <a:lstStyle/>
          <a:p>
            <a:fld id="{2CCF031E-D17A-4139-B770-A41292C01C8F}" type="slidenum">
              <a:rPr lang="en-US" smtClean="0"/>
              <a:t>12</a:t>
            </a:fld>
            <a:endParaRPr lang="en-US"/>
          </a:p>
        </p:txBody>
      </p:sp>
    </p:spTree>
    <p:extLst>
      <p:ext uri="{BB962C8B-B14F-4D97-AF65-F5344CB8AC3E}">
        <p14:creationId xmlns:p14="http://schemas.microsoft.com/office/powerpoint/2010/main" val="26069682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9D98E-E31F-AABD-AE2A-0F0774054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332617-DE0D-5FD3-E0E4-9C3BF24FA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BE1E8-3EDE-6CD2-8193-1B1EFB6870D3}"/>
              </a:ext>
            </a:extLst>
          </p:cNvPr>
          <p:cNvSpPr>
            <a:spLocks noGrp="1"/>
          </p:cNvSpPr>
          <p:nvPr>
            <p:ph type="body" idx="1"/>
          </p:nvPr>
        </p:nvSpPr>
        <p:spPr/>
        <p:txBody>
          <a:bodyPr/>
          <a:lstStyle/>
          <a:p>
            <a:r>
              <a:rPr lang="en-US" dirty="0"/>
              <a:t>• Expand the deepest unexpanded node </a:t>
            </a:r>
          </a:p>
          <a:p>
            <a:r>
              <a:rPr lang="en-US" dirty="0"/>
              <a:t>• Unexplored successors are placed on a LIFO (Last In First Out) stack until fully explored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Reference: </a:t>
            </a:r>
            <a:r>
              <a:rPr lang="en-US" dirty="0"/>
              <a:t>Russell, S., &amp; Norvig, P. (2010). </a:t>
            </a:r>
            <a:r>
              <a:rPr lang="en-US" i="1" dirty="0"/>
              <a:t>Artificial intelligence: A modern approach</a:t>
            </a:r>
            <a:r>
              <a:rPr lang="en-US" dirty="0"/>
              <a:t> (3rd ed.). Prentice Hall.</a:t>
            </a:r>
          </a:p>
          <a:p>
            <a:endParaRPr lang="en-US" dirty="0"/>
          </a:p>
        </p:txBody>
      </p:sp>
      <p:sp>
        <p:nvSpPr>
          <p:cNvPr id="4" name="Slide Number Placeholder 3">
            <a:extLst>
              <a:ext uri="{FF2B5EF4-FFF2-40B4-BE49-F238E27FC236}">
                <a16:creationId xmlns:a16="http://schemas.microsoft.com/office/drawing/2014/main" id="{4A62BD40-6976-666C-4A3E-6AABBDC02F63}"/>
              </a:ext>
            </a:extLst>
          </p:cNvPr>
          <p:cNvSpPr>
            <a:spLocks noGrp="1"/>
          </p:cNvSpPr>
          <p:nvPr>
            <p:ph type="sldNum" sz="quarter" idx="5"/>
          </p:nvPr>
        </p:nvSpPr>
        <p:spPr/>
        <p:txBody>
          <a:bodyPr/>
          <a:lstStyle/>
          <a:p>
            <a:fld id="{2CCF031E-D17A-4139-B770-A41292C01C8F}" type="slidenum">
              <a:rPr lang="en-US" smtClean="0"/>
              <a:t>13</a:t>
            </a:fld>
            <a:endParaRPr lang="en-US"/>
          </a:p>
        </p:txBody>
      </p:sp>
    </p:spTree>
    <p:extLst>
      <p:ext uri="{BB962C8B-B14F-4D97-AF65-F5344CB8AC3E}">
        <p14:creationId xmlns:p14="http://schemas.microsoft.com/office/powerpoint/2010/main" val="28934299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9888C-29DF-C5CE-9396-AEBF8E486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8A91C-6D1D-4463-05A1-0B2D8782FC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F8300B-F747-47DB-9EE3-8972F74E94FE}"/>
              </a:ext>
            </a:extLst>
          </p:cNvPr>
          <p:cNvSpPr>
            <a:spLocks noGrp="1"/>
          </p:cNvSpPr>
          <p:nvPr>
            <p:ph type="body" idx="1"/>
          </p:nvPr>
        </p:nvSpPr>
        <p:spPr/>
        <p:txBody>
          <a:bodyPr/>
          <a:lstStyle/>
          <a:p>
            <a:r>
              <a:rPr lang="en-US" dirty="0"/>
              <a:t>• Iterative deepening depth-first search</a:t>
            </a:r>
          </a:p>
          <a:p>
            <a:r>
              <a:rPr lang="en-US" dirty="0"/>
              <a:t>	– Uses depth-first search</a:t>
            </a:r>
          </a:p>
          <a:p>
            <a:r>
              <a:rPr lang="en-US" dirty="0"/>
              <a:t>	– Finds the best depth limit</a:t>
            </a:r>
          </a:p>
          <a:p>
            <a:r>
              <a:rPr lang="en-US" dirty="0"/>
              <a:t> • Gradually increases the depth limit; 0, 1, 2, … until a goal is found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Reference: </a:t>
            </a:r>
            <a:r>
              <a:rPr lang="en-US" dirty="0"/>
              <a:t>Russell, S., &amp; Norvig, P. (2010). </a:t>
            </a:r>
            <a:r>
              <a:rPr lang="en-US" i="1" dirty="0"/>
              <a:t>Artificial intelligence: A modern approach</a:t>
            </a:r>
            <a:r>
              <a:rPr lang="en-US" dirty="0"/>
              <a:t> (3rd ed.). Prentice Hall.</a:t>
            </a:r>
          </a:p>
          <a:p>
            <a:endParaRPr lang="en-US" dirty="0"/>
          </a:p>
        </p:txBody>
      </p:sp>
      <p:sp>
        <p:nvSpPr>
          <p:cNvPr id="4" name="Slide Number Placeholder 3">
            <a:extLst>
              <a:ext uri="{FF2B5EF4-FFF2-40B4-BE49-F238E27FC236}">
                <a16:creationId xmlns:a16="http://schemas.microsoft.com/office/drawing/2014/main" id="{7C9D557B-F3F3-BBB3-2BBD-80AA432B4D9C}"/>
              </a:ext>
            </a:extLst>
          </p:cNvPr>
          <p:cNvSpPr>
            <a:spLocks noGrp="1"/>
          </p:cNvSpPr>
          <p:nvPr>
            <p:ph type="sldNum" sz="quarter" idx="5"/>
          </p:nvPr>
        </p:nvSpPr>
        <p:spPr/>
        <p:txBody>
          <a:bodyPr/>
          <a:lstStyle/>
          <a:p>
            <a:fld id="{2CCF031E-D17A-4139-B770-A41292C01C8F}" type="slidenum">
              <a:rPr lang="en-US" smtClean="0"/>
              <a:t>14</a:t>
            </a:fld>
            <a:endParaRPr lang="en-US"/>
          </a:p>
        </p:txBody>
      </p:sp>
    </p:spTree>
    <p:extLst>
      <p:ext uri="{BB962C8B-B14F-4D97-AF65-F5344CB8AC3E}">
        <p14:creationId xmlns:p14="http://schemas.microsoft.com/office/powerpoint/2010/main" val="3293449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61689-7AF7-3F12-A9BA-78FCC6A047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FCC84-44B6-021F-2A88-0A7D20E077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AEC1D7-4FF3-8B70-F7A4-73F88EF987DD}"/>
              </a:ext>
            </a:extLst>
          </p:cNvPr>
          <p:cNvSpPr>
            <a:spLocks noGrp="1"/>
          </p:cNvSpPr>
          <p:nvPr>
            <p:ph type="body" idx="1"/>
          </p:nvPr>
        </p:nvSpPr>
        <p:spPr/>
        <p:txBody>
          <a:bodyPr/>
          <a:lstStyle/>
          <a:p>
            <a:r>
              <a:rPr lang="en-US" dirty="0"/>
              <a:t>• Completeness: Is the algorithm guaranteed to find a solution when there is one? </a:t>
            </a:r>
          </a:p>
          <a:p>
            <a:r>
              <a:rPr lang="en-US" dirty="0"/>
              <a:t>• Time complexity: How long does it take to find a solution? </a:t>
            </a:r>
          </a:p>
          <a:p>
            <a:r>
              <a:rPr lang="en-US" dirty="0"/>
              <a:t>• Space complexity: How much memory is needed to perform the search? </a:t>
            </a:r>
          </a:p>
          <a:p>
            <a:r>
              <a:rPr lang="en-US" dirty="0"/>
              <a:t>• Optimality: Does the strategy find the optimal solution, i.e., lowest path cost?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In general, iterative deepening search is the preferred uninformed search method when there is a large search space and the depth of the solution is not known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Reference: </a:t>
            </a:r>
            <a:r>
              <a:rPr lang="en-US" dirty="0"/>
              <a:t>Russell, S., &amp; Norvig, P. (2010). </a:t>
            </a:r>
            <a:r>
              <a:rPr lang="en-US" i="1" dirty="0"/>
              <a:t>Artificial intelligence: A modern approach</a:t>
            </a:r>
            <a:r>
              <a:rPr lang="en-US" dirty="0"/>
              <a:t> (3rd ed.). Prentice Hall.</a:t>
            </a:r>
          </a:p>
          <a:p>
            <a:endParaRPr lang="en-US" dirty="0"/>
          </a:p>
        </p:txBody>
      </p:sp>
      <p:sp>
        <p:nvSpPr>
          <p:cNvPr id="4" name="Slide Number Placeholder 3">
            <a:extLst>
              <a:ext uri="{FF2B5EF4-FFF2-40B4-BE49-F238E27FC236}">
                <a16:creationId xmlns:a16="http://schemas.microsoft.com/office/drawing/2014/main" id="{67205EB6-F3BB-3AE0-0F04-192BE76C5121}"/>
              </a:ext>
            </a:extLst>
          </p:cNvPr>
          <p:cNvSpPr>
            <a:spLocks noGrp="1"/>
          </p:cNvSpPr>
          <p:nvPr>
            <p:ph type="sldNum" sz="quarter" idx="5"/>
          </p:nvPr>
        </p:nvSpPr>
        <p:spPr/>
        <p:txBody>
          <a:bodyPr/>
          <a:lstStyle/>
          <a:p>
            <a:fld id="{2CCF031E-D17A-4139-B770-A41292C01C8F}" type="slidenum">
              <a:rPr lang="en-US" smtClean="0"/>
              <a:t>15</a:t>
            </a:fld>
            <a:endParaRPr lang="en-US"/>
          </a:p>
        </p:txBody>
      </p:sp>
    </p:spTree>
    <p:extLst>
      <p:ext uri="{BB962C8B-B14F-4D97-AF65-F5344CB8AC3E}">
        <p14:creationId xmlns:p14="http://schemas.microsoft.com/office/powerpoint/2010/main" val="12573691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DB56B-814F-8D14-003C-693E5EF02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5AF13C-DA05-7AE6-51F5-06D803D5A1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34048-9E0B-1165-0733-176028CCD0B5}"/>
              </a:ext>
            </a:extLst>
          </p:cNvPr>
          <p:cNvSpPr>
            <a:spLocks noGrp="1"/>
          </p:cNvSpPr>
          <p:nvPr>
            <p:ph type="body" idx="1"/>
          </p:nvPr>
        </p:nvSpPr>
        <p:spPr/>
        <p:txBody>
          <a:bodyPr/>
          <a:lstStyle/>
          <a:p>
            <a:r>
              <a:rPr lang="en-US" sz="1200" dirty="0"/>
              <a:t>– Can find solutions more efficiently</a:t>
            </a:r>
          </a:p>
          <a:p>
            <a:r>
              <a:rPr lang="en-US" sz="1200" dirty="0"/>
              <a:t>– Problem-specific knowledge helps to establish evaluation criterion for selecting node(s) for next expansion: an evaluation function f(n).</a:t>
            </a:r>
          </a:p>
          <a:p>
            <a:r>
              <a:rPr lang="en-US" sz="1200" dirty="0"/>
              <a:t>– One example of f(n) </a:t>
            </a:r>
          </a:p>
          <a:p>
            <a:r>
              <a:rPr lang="en-US" sz="1200" dirty="0"/>
              <a:t>	• Heuristic function h(n) = estimated cost of the cheapest path from the state at node n to a goal state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“Greedy best-first search tries to expand the node that is closest to the goal, on the grounds that this is likely to lead to a solution quickly. Thus, it evaluates nodes by using just the heuristic function; that is, f(n)=h(n).” (Russell &amp; Norvig, 2010)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The evaluation function f(n) is the heuristic function </a:t>
            </a:r>
            <a:r>
              <a:rPr lang="en-US" dirty="0">
                <a:sym typeface="Wingdings" panose="05000000000000000000" pitchFamily="2" charset="2"/>
              </a:rPr>
              <a:t> </a:t>
            </a:r>
            <a:r>
              <a:rPr lang="en-US" dirty="0"/>
              <a:t>f(n) = h(n)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Ignores cost so far to get to that node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Expands the unexpanded node that appears closest to goal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most widely known form of best-first search is called A∗ search (pronounced “A-star A ∗ SEARCH search”). It evaluates nodes by combining g(n) ,the cost to reach the node, and h(n), the cost to get from the node to the goal: f(n)=g(n)+h(n).” (Russell &amp; Norvig, 2010)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Minimizing the total estimated solution cost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Avoids expanding paths that are already expensive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Evaluation function f(n) combines the actual cost g(n) to reach node n and the estimated cost h(n) to get from node n to the goal </a:t>
            </a:r>
            <a:r>
              <a:rPr lang="en-US" dirty="0">
                <a:sym typeface="Wingdings" panose="05000000000000000000" pitchFamily="2" charset="2"/>
              </a:rPr>
              <a:t></a:t>
            </a:r>
            <a:r>
              <a:rPr lang="en-US" dirty="0"/>
              <a:t> f(n) = g(n) + h(n)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Reference: </a:t>
            </a:r>
            <a:r>
              <a:rPr lang="en-US" dirty="0"/>
              <a:t>Russell, S., &amp; Norvig, P. (2010). </a:t>
            </a:r>
            <a:r>
              <a:rPr lang="en-US" i="1" dirty="0"/>
              <a:t>Artificial intelligence: A modern approach</a:t>
            </a:r>
            <a:r>
              <a:rPr lang="en-US" dirty="0"/>
              <a:t> (3rd ed.). Prentice Hall.</a:t>
            </a:r>
          </a:p>
          <a:p>
            <a:endParaRPr lang="en-US" dirty="0"/>
          </a:p>
        </p:txBody>
      </p:sp>
      <p:sp>
        <p:nvSpPr>
          <p:cNvPr id="4" name="Slide Number Placeholder 3">
            <a:extLst>
              <a:ext uri="{FF2B5EF4-FFF2-40B4-BE49-F238E27FC236}">
                <a16:creationId xmlns:a16="http://schemas.microsoft.com/office/drawing/2014/main" id="{DB001536-A5FA-8482-5EC7-1AE64397E1CC}"/>
              </a:ext>
            </a:extLst>
          </p:cNvPr>
          <p:cNvSpPr>
            <a:spLocks noGrp="1"/>
          </p:cNvSpPr>
          <p:nvPr>
            <p:ph type="sldNum" sz="quarter" idx="5"/>
          </p:nvPr>
        </p:nvSpPr>
        <p:spPr/>
        <p:txBody>
          <a:bodyPr/>
          <a:lstStyle/>
          <a:p>
            <a:fld id="{2CCF031E-D17A-4139-B770-A41292C01C8F}" type="slidenum">
              <a:rPr lang="en-US" smtClean="0"/>
              <a:t>16</a:t>
            </a:fld>
            <a:endParaRPr lang="en-US"/>
          </a:p>
        </p:txBody>
      </p:sp>
    </p:spTree>
    <p:extLst>
      <p:ext uri="{BB962C8B-B14F-4D97-AF65-F5344CB8AC3E}">
        <p14:creationId xmlns:p14="http://schemas.microsoft.com/office/powerpoint/2010/main" val="1534578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CF031E-D17A-4139-B770-A41292C01C8F}" type="slidenum">
              <a:rPr lang="en-US" smtClean="0"/>
              <a:t>17</a:t>
            </a:fld>
            <a:endParaRPr lang="en-US"/>
          </a:p>
        </p:txBody>
      </p:sp>
    </p:spTree>
    <p:extLst>
      <p:ext uri="{BB962C8B-B14F-4D97-AF65-F5344CB8AC3E}">
        <p14:creationId xmlns:p14="http://schemas.microsoft.com/office/powerpoint/2010/main" val="35942258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002" y="105879"/>
            <a:ext cx="6933398" cy="3832346"/>
          </a:xfrm>
        </p:spPr>
        <p:txBody>
          <a:bodyPr vert="horz" lIns="91440" tIns="45720" rIns="91440" bIns="45720" rtlCol="0" anchor="t">
            <a:normAutofit/>
          </a:bodyPr>
          <a:lstStyle>
            <a:lvl1pPr>
              <a:lnSpc>
                <a:spcPct val="90000"/>
              </a:lnSpc>
              <a:defRPr lang="en-US" sz="6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37892"/>
            <a:ext cx="4184904" cy="91801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3" name="Freeform: Shape 12">
            <a:extLst>
              <a:ext uri="{FF2B5EF4-FFF2-40B4-BE49-F238E27FC236}">
                <a16:creationId xmlns:a16="http://schemas.microsoft.com/office/drawing/2014/main" id="{B7D523F3-FDC7-CB09-72C3-675307026069}"/>
              </a:ext>
              <a:ext uri="{C183D7F6-B498-43B3-948B-1728B52AA6E4}">
                <adec:decorative xmlns:adec="http://schemas.microsoft.com/office/drawing/2017/decorative" val="1"/>
              </a:ext>
            </a:extLst>
          </p:cNvPr>
          <p:cNvSpPr/>
          <p:nvPr/>
        </p:nvSpPr>
        <p:spPr>
          <a:xfrm>
            <a:off x="7693152" y="0"/>
            <a:ext cx="4498848" cy="6089904"/>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10">
            <a:extLst>
              <a:ext uri="{FF2B5EF4-FFF2-40B4-BE49-F238E27FC236}">
                <a16:creationId xmlns:a16="http://schemas.microsoft.com/office/drawing/2014/main" id="{47046596-FFEC-0663-2F9B-19F442C8D1F7}"/>
              </a:ext>
            </a:extLst>
          </p:cNvPr>
          <p:cNvSpPr>
            <a:spLocks noGrp="1"/>
          </p:cNvSpPr>
          <p:nvPr>
            <p:ph type="pic" sz="quarter" idx="13" hasCustomPrompt="1"/>
          </p:nvPr>
        </p:nvSpPr>
        <p:spPr>
          <a:xfrm>
            <a:off x="7681816" y="0"/>
            <a:ext cx="4510185" cy="6096000"/>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9971339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10706100" cy="68391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74654" y="1506872"/>
            <a:ext cx="10693446" cy="4665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945396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3860" y="1376413"/>
            <a:ext cx="3834793" cy="2697480"/>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3860" y="4073893"/>
            <a:ext cx="3599210" cy="1162250"/>
          </a:xfrm>
        </p:spPr>
        <p:txBody>
          <a:bodyPr vert="horz" lIns="91440" tIns="45720" rIns="91440" bIns="45720" rtlCol="0" anchor="ctr">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8" name="Picture Placeholder 10">
            <a:extLst>
              <a:ext uri="{FF2B5EF4-FFF2-40B4-BE49-F238E27FC236}">
                <a16:creationId xmlns:a16="http://schemas.microsoft.com/office/drawing/2014/main" id="{51CC2D7F-4DE5-3D21-470F-8B959A5C44D8}"/>
              </a:ext>
            </a:extLst>
          </p:cNvPr>
          <p:cNvSpPr>
            <a:spLocks noGrp="1"/>
          </p:cNvSpPr>
          <p:nvPr>
            <p:ph type="pic" sz="quarter" idx="13" hasCustomPrompt="1"/>
          </p:nvPr>
        </p:nvSpPr>
        <p:spPr>
          <a:xfrm>
            <a:off x="0" y="0"/>
            <a:ext cx="7274402" cy="6096000"/>
          </a:xfrm>
          <a:custGeom>
            <a:avLst/>
            <a:gdLst>
              <a:gd name="connsiteX0" fmla="*/ 0 w 7274402"/>
              <a:gd name="connsiteY0" fmla="*/ 0 h 6096000"/>
              <a:gd name="connsiteX1" fmla="*/ 7274402 w 7274402"/>
              <a:gd name="connsiteY1" fmla="*/ 0 h 6096000"/>
              <a:gd name="connsiteX2" fmla="*/ 7274402 w 7274402"/>
              <a:gd name="connsiteY2" fmla="*/ 5598011 h 6096000"/>
              <a:gd name="connsiteX3" fmla="*/ 6779450 w 7274402"/>
              <a:gd name="connsiteY3" fmla="*/ 6096000 h 6096000"/>
              <a:gd name="connsiteX4" fmla="*/ 0 w 7274402"/>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4402" h="6096000">
                <a:moveTo>
                  <a:pt x="0" y="0"/>
                </a:moveTo>
                <a:lnTo>
                  <a:pt x="7274402" y="0"/>
                </a:lnTo>
                <a:lnTo>
                  <a:pt x="7274402" y="5598011"/>
                </a:lnTo>
                <a:cubicBezTo>
                  <a:pt x="7274402" y="5873043"/>
                  <a:pt x="7052804" y="6096000"/>
                  <a:pt x="6779450" y="6096000"/>
                </a:cubicBezTo>
                <a:lnTo>
                  <a:pt x="0" y="60960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9865566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093" y="190500"/>
            <a:ext cx="3923894" cy="2673696"/>
          </a:xfrm>
        </p:spPr>
        <p:txBody>
          <a:bodyPr vert="horz" lIns="91440" tIns="45720" rIns="91440" bIns="45720" rtlCol="0" anchor="t">
            <a:normAutofit/>
          </a:bodyPr>
          <a:lstStyle>
            <a:lvl1pPr>
              <a:lnSpc>
                <a:spcPct val="95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73751"/>
            <a:ext cx="3277380" cy="122894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8" name="Picture Placeholder 7">
            <a:extLst>
              <a:ext uri="{FF2B5EF4-FFF2-40B4-BE49-F238E27FC236}">
                <a16:creationId xmlns:a16="http://schemas.microsoft.com/office/drawing/2014/main" id="{1E33A8AF-9A38-4027-A746-F135FF75F2EF}"/>
              </a:ext>
            </a:extLst>
          </p:cNvPr>
          <p:cNvSpPr>
            <a:spLocks noGrp="1"/>
          </p:cNvSpPr>
          <p:nvPr>
            <p:ph type="pic" sz="quarter" idx="13" hasCustomPrompt="1"/>
          </p:nvPr>
        </p:nvSpPr>
        <p:spPr>
          <a:xfrm>
            <a:off x="4743585" y="0"/>
            <a:ext cx="7448415" cy="6093762"/>
          </a:xfrm>
          <a:custGeom>
            <a:avLst/>
            <a:gdLst>
              <a:gd name="connsiteX0" fmla="*/ 0 w 7448415"/>
              <a:gd name="connsiteY0" fmla="*/ 0 h 6093762"/>
              <a:gd name="connsiteX1" fmla="*/ 7448415 w 7448415"/>
              <a:gd name="connsiteY1" fmla="*/ 0 h 6093762"/>
              <a:gd name="connsiteX2" fmla="*/ 7448415 w 7448415"/>
              <a:gd name="connsiteY2" fmla="*/ 6093762 h 6093762"/>
              <a:gd name="connsiteX3" fmla="*/ 501521 w 7448415"/>
              <a:gd name="connsiteY3" fmla="*/ 6093762 h 6093762"/>
              <a:gd name="connsiteX4" fmla="*/ 0 w 7448415"/>
              <a:gd name="connsiteY4" fmla="*/ 5592240 h 6093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8415" h="6093762">
                <a:moveTo>
                  <a:pt x="0" y="0"/>
                </a:moveTo>
                <a:lnTo>
                  <a:pt x="7448415" y="0"/>
                </a:lnTo>
                <a:lnTo>
                  <a:pt x="7448415" y="6093762"/>
                </a:lnTo>
                <a:lnTo>
                  <a:pt x="501521" y="6093762"/>
                </a:lnTo>
                <a:cubicBezTo>
                  <a:pt x="224538" y="6093762"/>
                  <a:pt x="0" y="5869223"/>
                  <a:pt x="0" y="5592240"/>
                </a:cubicBez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2000" y="6329172"/>
            <a:ext cx="2816835"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5136934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02936"/>
            <a:ext cx="10858500" cy="850392"/>
          </a:xfrm>
        </p:spPr>
        <p:txBody>
          <a:bodyPr vert="horz" lIns="91440" tIns="45720" rIns="91440" bIns="45720" rtlCol="0" anchor="b">
            <a:normAutofit/>
          </a:bodyPr>
          <a:lstStyle>
            <a:lvl1pPr>
              <a:lnSpc>
                <a:spcPct val="90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80176"/>
            <a:ext cx="10858500" cy="419100"/>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9" name="Picture Placeholder 7">
            <a:extLst>
              <a:ext uri="{FF2B5EF4-FFF2-40B4-BE49-F238E27FC236}">
                <a16:creationId xmlns:a16="http://schemas.microsoft.com/office/drawing/2014/main" id="{5E742D34-DBD4-0DEA-071F-32C82E7EB45A}"/>
              </a:ext>
            </a:extLst>
          </p:cNvPr>
          <p:cNvSpPr>
            <a:spLocks noGrp="1"/>
          </p:cNvSpPr>
          <p:nvPr>
            <p:ph type="pic" sz="quarter" idx="13" hasCustomPrompt="1"/>
          </p:nvPr>
        </p:nvSpPr>
        <p:spPr>
          <a:xfrm>
            <a:off x="0" y="0"/>
            <a:ext cx="11468100" cy="5018448"/>
          </a:xfrm>
          <a:custGeom>
            <a:avLst/>
            <a:gdLst>
              <a:gd name="connsiteX0" fmla="*/ 0 w 11468100"/>
              <a:gd name="connsiteY0" fmla="*/ 0 h 5091600"/>
              <a:gd name="connsiteX1" fmla="*/ 11468100 w 11468100"/>
              <a:gd name="connsiteY1" fmla="*/ 0 h 5091600"/>
              <a:gd name="connsiteX2" fmla="*/ 11468100 w 11468100"/>
              <a:gd name="connsiteY2" fmla="*/ 4590078 h 5091600"/>
              <a:gd name="connsiteX3" fmla="*/ 10966578 w 11468100"/>
              <a:gd name="connsiteY3" fmla="*/ 5091600 h 5091600"/>
              <a:gd name="connsiteX4" fmla="*/ 0 w 11468100"/>
              <a:gd name="connsiteY4" fmla="*/ 5091600 h 509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5091600">
                <a:moveTo>
                  <a:pt x="0" y="0"/>
                </a:moveTo>
                <a:lnTo>
                  <a:pt x="11468100" y="0"/>
                </a:lnTo>
                <a:lnTo>
                  <a:pt x="11468100" y="4590078"/>
                </a:lnTo>
                <a:cubicBezTo>
                  <a:pt x="11468100" y="4867061"/>
                  <a:pt x="11243561" y="5091600"/>
                  <a:pt x="10966578" y="5091600"/>
                </a:cubicBezTo>
                <a:lnTo>
                  <a:pt x="0" y="50916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 y="6629400"/>
            <a:ext cx="2805405" cy="228600"/>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11240" y="6629400"/>
            <a:ext cx="2376928" cy="228600"/>
          </a:xfrm>
        </p:spPr>
        <p:txBody>
          <a:bodyPr/>
          <a:lstStyle>
            <a:lvl1pPr>
              <a:defRPr>
                <a:solidFill>
                  <a:schemeClr val="tx2"/>
                </a:solidFill>
                <a:effectLst/>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3193" y="6629400"/>
            <a:ext cx="429207" cy="228600"/>
          </a:xfrm>
        </p:spPr>
        <p:txBody>
          <a:bodyPr/>
          <a:lstStyle>
            <a:lvl1pPr>
              <a:defRPr>
                <a:solidFill>
                  <a:schemeClr val="tx2"/>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6236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2345" y="250257"/>
            <a:ext cx="9692640" cy="4602845"/>
          </a:xfrm>
        </p:spPr>
        <p:txBody>
          <a:bodyPr vert="horz" lIns="91440" tIns="45720" rIns="91440" bIns="45720" rtlCol="0" anchor="t">
            <a:normAutofit/>
          </a:bodyPr>
          <a:lstStyle>
            <a:lvl1pPr>
              <a:lnSpc>
                <a:spcPct val="90000"/>
              </a:lnSpc>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1999" y="5053094"/>
            <a:ext cx="5253789" cy="847192"/>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8587493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560321" y="1904300"/>
            <a:ext cx="7084194" cy="2353755"/>
          </a:xfrm>
        </p:spPr>
        <p:txBody>
          <a:bodyPr anchor="ctr">
            <a:normAutofit/>
          </a:bodyPr>
          <a:lstStyle>
            <a:lvl1pPr algn="ctr">
              <a:lnSpc>
                <a:spcPct val="80000"/>
              </a:lnSpc>
              <a:defRPr sz="60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262965" y="4597167"/>
            <a:ext cx="5678905" cy="1082180"/>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4741724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 y="131670"/>
            <a:ext cx="12120283" cy="5093208"/>
          </a:xfrm>
        </p:spPr>
        <p:txBody>
          <a:bodyPr vert="horz" lIns="91440" tIns="45720" rIns="91440" bIns="45720" rtlCol="0" anchor="t">
            <a:normAutofit/>
          </a:bodyPr>
          <a:lstStyle>
            <a:lvl1pPr>
              <a:lnSpc>
                <a:spcPct val="85000"/>
              </a:lnSpc>
              <a:defRPr lang="en-US" sz="12500" spc="-50"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5356548"/>
            <a:ext cx="6414887" cy="748417"/>
          </a:xfrm>
        </p:spPr>
        <p:txBody>
          <a:bodyPr vert="horz" lIns="91440" tIns="45720" rIns="91440" bIns="45720" rtlCol="0" anchor="ctr">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5566482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13702" y="1940943"/>
            <a:ext cx="8771340" cy="4917058"/>
          </a:xfrm>
        </p:spPr>
        <p:txBody>
          <a:bodyPr anchor="b">
            <a:normAutofit/>
          </a:bodyPr>
          <a:lstStyle>
            <a:lvl1pPr>
              <a:lnSpc>
                <a:spcPct val="90000"/>
              </a:lnSpc>
              <a:defRPr sz="70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762000" y="64008"/>
            <a:ext cx="2816835" cy="338328"/>
          </a:xfrm>
        </p:spPr>
        <p:txBody>
          <a:bodyPr/>
          <a:lstStyle>
            <a:lvl1pPr>
              <a:defRPr>
                <a:solidFill>
                  <a:schemeClr val="accent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9290304" y="64008"/>
            <a:ext cx="1612674" cy="338328"/>
          </a:xfrm>
        </p:spPr>
        <p:txBody>
          <a:bodyPr/>
          <a:lstStyle>
            <a:lvl1pPr>
              <a:defRPr>
                <a:solidFill>
                  <a:schemeClr val="accent1"/>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055096" y="64008"/>
            <a:ext cx="457200" cy="338328"/>
          </a:xfrm>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7831167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2D3B99D-E6B2-4EE8-0A54-0FAA367757A0}"/>
              </a:ext>
              <a:ext uri="{C183D7F6-B498-43B3-948B-1728B52AA6E4}">
                <adec:decorative xmlns:adec="http://schemas.microsoft.com/office/drawing/2017/decorative" val="1"/>
              </a:ext>
            </a:extLst>
          </p:cNvPr>
          <p:cNvSpPr/>
          <p:nvPr/>
        </p:nvSpPr>
        <p:spPr>
          <a:xfrm>
            <a:off x="3735581" y="2721090"/>
            <a:ext cx="8456418" cy="4136911"/>
          </a:xfrm>
          <a:custGeom>
            <a:avLst/>
            <a:gdLst>
              <a:gd name="connsiteX0" fmla="*/ 501522 w 8456418"/>
              <a:gd name="connsiteY0" fmla="*/ 0 h 4136911"/>
              <a:gd name="connsiteX1" fmla="*/ 7315160 w 8456418"/>
              <a:gd name="connsiteY1" fmla="*/ 0 h 4136911"/>
              <a:gd name="connsiteX2" fmla="*/ 7389577 w 8456418"/>
              <a:gd name="connsiteY2" fmla="*/ 0 h 4136911"/>
              <a:gd name="connsiteX3" fmla="*/ 8456418 w 8456418"/>
              <a:gd name="connsiteY3" fmla="*/ 0 h 4136911"/>
              <a:gd name="connsiteX4" fmla="*/ 8456418 w 8456418"/>
              <a:gd name="connsiteY4" fmla="*/ 4136910 h 4136911"/>
              <a:gd name="connsiteX5" fmla="*/ 7389577 w 8456418"/>
              <a:gd name="connsiteY5" fmla="*/ 4136910 h 4136911"/>
              <a:gd name="connsiteX6" fmla="*/ 7389577 w 8456418"/>
              <a:gd name="connsiteY6" fmla="*/ 4136911 h 4136911"/>
              <a:gd name="connsiteX7" fmla="*/ 0 w 8456418"/>
              <a:gd name="connsiteY7" fmla="*/ 4136911 h 4136911"/>
              <a:gd name="connsiteX8" fmla="*/ 0 w 8456418"/>
              <a:gd name="connsiteY8" fmla="*/ 501522 h 4136911"/>
              <a:gd name="connsiteX9" fmla="*/ 501522 w 8456418"/>
              <a:gd name="connsiteY9" fmla="*/ 0 h 413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56418" h="4136911">
                <a:moveTo>
                  <a:pt x="501522" y="0"/>
                </a:moveTo>
                <a:lnTo>
                  <a:pt x="7315160" y="0"/>
                </a:lnTo>
                <a:lnTo>
                  <a:pt x="7389577" y="0"/>
                </a:lnTo>
                <a:lnTo>
                  <a:pt x="8456418" y="0"/>
                </a:lnTo>
                <a:lnTo>
                  <a:pt x="8456418" y="4136910"/>
                </a:lnTo>
                <a:lnTo>
                  <a:pt x="7389577" y="4136910"/>
                </a:lnTo>
                <a:lnTo>
                  <a:pt x="7389577" y="4136911"/>
                </a:lnTo>
                <a:lnTo>
                  <a:pt x="0" y="4136911"/>
                </a:lnTo>
                <a:lnTo>
                  <a:pt x="0" y="501522"/>
                </a:lnTo>
                <a:cubicBezTo>
                  <a:pt x="0" y="224539"/>
                  <a:pt x="224538" y="0"/>
                  <a:pt x="501522"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38499" y="134751"/>
            <a:ext cx="11429601" cy="2213814"/>
          </a:xfrm>
        </p:spPr>
        <p:txBody>
          <a:bodyPr anchor="t">
            <a:normAutofit/>
          </a:bodyPr>
          <a:lstStyle>
            <a:lvl1pPr>
              <a:lnSpc>
                <a:spcPct val="80000"/>
              </a:lnSpc>
              <a:defRPr sz="9000">
                <a:solidFill>
                  <a:schemeClr val="accent1"/>
                </a:solidFill>
              </a:defRPr>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267200" y="3124200"/>
            <a:ext cx="7200900" cy="2971800"/>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75292546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141316" y="154198"/>
            <a:ext cx="11326784" cy="1770855"/>
          </a:xfrm>
        </p:spPr>
        <p:txBody>
          <a:bodyPr anchor="t">
            <a:noAutofit/>
          </a:bodyPr>
          <a:lstStyle>
            <a:lvl1pPr>
              <a:lnSpc>
                <a:spcPct val="80000"/>
              </a:lnSpc>
              <a:defRPr sz="8800">
                <a:solidFill>
                  <a:schemeClr val="accent1"/>
                </a:solidFill>
              </a:defRPr>
            </a:lvl1pPr>
          </a:lstStyle>
          <a:p>
            <a:r>
              <a:rPr lang="en-US" dirty="0"/>
              <a:t>Agenda</a:t>
            </a:r>
          </a:p>
        </p:txBody>
      </p:sp>
      <p:sp>
        <p:nvSpPr>
          <p:cNvPr id="16" name="Picture Placeholder 15">
            <a:extLst>
              <a:ext uri="{FF2B5EF4-FFF2-40B4-BE49-F238E27FC236}">
                <a16:creationId xmlns:a16="http://schemas.microsoft.com/office/drawing/2014/main" id="{DFF180EE-9609-8056-7D1A-0AB8C9676916}"/>
              </a:ext>
            </a:extLst>
          </p:cNvPr>
          <p:cNvSpPr>
            <a:spLocks noGrp="1"/>
          </p:cNvSpPr>
          <p:nvPr>
            <p:ph type="pic" sz="quarter" idx="15" hasCustomPrompt="1"/>
          </p:nvPr>
        </p:nvSpPr>
        <p:spPr>
          <a:xfrm>
            <a:off x="0" y="2266752"/>
            <a:ext cx="6871018" cy="4591248"/>
          </a:xfrm>
          <a:custGeom>
            <a:avLst/>
            <a:gdLst>
              <a:gd name="connsiteX0" fmla="*/ 0 w 6871018"/>
              <a:gd name="connsiteY0" fmla="*/ 0 h 4591248"/>
              <a:gd name="connsiteX1" fmla="*/ 6369496 w 6871018"/>
              <a:gd name="connsiteY1" fmla="*/ 0 h 4591248"/>
              <a:gd name="connsiteX2" fmla="*/ 6871018 w 6871018"/>
              <a:gd name="connsiteY2" fmla="*/ 501522 h 4591248"/>
              <a:gd name="connsiteX3" fmla="*/ 6871018 w 6871018"/>
              <a:gd name="connsiteY3" fmla="*/ 4591248 h 4591248"/>
              <a:gd name="connsiteX4" fmla="*/ 0 w 6871018"/>
              <a:gd name="connsiteY4" fmla="*/ 4591248 h 459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1018" h="4591248">
                <a:moveTo>
                  <a:pt x="0" y="0"/>
                </a:moveTo>
                <a:lnTo>
                  <a:pt x="6369496" y="0"/>
                </a:lnTo>
                <a:cubicBezTo>
                  <a:pt x="6646479" y="0"/>
                  <a:pt x="6871018" y="224539"/>
                  <a:pt x="6871018" y="501522"/>
                </a:cubicBezTo>
                <a:lnTo>
                  <a:pt x="6871018" y="4591248"/>
                </a:lnTo>
                <a:lnTo>
                  <a:pt x="0" y="4591248"/>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10" name="Freeform: Shape 9">
            <a:extLst>
              <a:ext uri="{FF2B5EF4-FFF2-40B4-BE49-F238E27FC236}">
                <a16:creationId xmlns:a16="http://schemas.microsoft.com/office/drawing/2014/main" id="{0ED03D8A-5554-BC86-D031-989A4FC017F9}"/>
              </a:ext>
              <a:ext uri="{C183D7F6-B498-43B3-948B-1728B52AA6E4}">
                <adec:decorative xmlns:adec="http://schemas.microsoft.com/office/drawing/2017/decorative" val="1"/>
              </a:ext>
            </a:extLst>
          </p:cNvPr>
          <p:cNvSpPr/>
          <p:nvPr/>
        </p:nvSpPr>
        <p:spPr>
          <a:xfrm>
            <a:off x="7084170" y="2266752"/>
            <a:ext cx="5107831" cy="4591248"/>
          </a:xfrm>
          <a:custGeom>
            <a:avLst/>
            <a:gdLst>
              <a:gd name="connsiteX0" fmla="*/ 501521 w 5107831"/>
              <a:gd name="connsiteY0" fmla="*/ 0 h 4591248"/>
              <a:gd name="connsiteX1" fmla="*/ 5107831 w 5107831"/>
              <a:gd name="connsiteY1" fmla="*/ 0 h 4591248"/>
              <a:gd name="connsiteX2" fmla="*/ 5107831 w 5107831"/>
              <a:gd name="connsiteY2" fmla="*/ 4591248 h 4591248"/>
              <a:gd name="connsiteX3" fmla="*/ 0 w 5107831"/>
              <a:gd name="connsiteY3" fmla="*/ 4591248 h 4591248"/>
              <a:gd name="connsiteX4" fmla="*/ 0 w 5107831"/>
              <a:gd name="connsiteY4" fmla="*/ 501522 h 4591248"/>
              <a:gd name="connsiteX5" fmla="*/ 501521 w 5107831"/>
              <a:gd name="connsiteY5" fmla="*/ 0 h 4591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7831" h="4591248">
                <a:moveTo>
                  <a:pt x="501521" y="0"/>
                </a:moveTo>
                <a:lnTo>
                  <a:pt x="5107831" y="0"/>
                </a:lnTo>
                <a:lnTo>
                  <a:pt x="5107831" y="4591248"/>
                </a:lnTo>
                <a:lnTo>
                  <a:pt x="0" y="4591248"/>
                </a:lnTo>
                <a:lnTo>
                  <a:pt x="0" y="501522"/>
                </a:lnTo>
                <a:cubicBezTo>
                  <a:pt x="0" y="224539"/>
                  <a:pt x="224538" y="0"/>
                  <a:pt x="50152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597833" y="2762450"/>
            <a:ext cx="3870267" cy="3333549"/>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97833" y="6329172"/>
            <a:ext cx="2020539"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498169" y="6329172"/>
            <a:ext cx="1405916" cy="338328"/>
          </a:xfrm>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9391815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208428" y="5434066"/>
            <a:ext cx="11259672" cy="1340631"/>
          </a:xfrm>
        </p:spPr>
        <p:txBody>
          <a:bodyPr anchor="ctr">
            <a:noAutofit/>
          </a:bodyPr>
          <a:lstStyle>
            <a:lvl1pPr>
              <a:lnSpc>
                <a:spcPct val="80000"/>
              </a:lnSpc>
              <a:defRPr sz="9200">
                <a:solidFill>
                  <a:schemeClr val="accent1"/>
                </a:solidFill>
              </a:defRPr>
            </a:lvl1pPr>
          </a:lstStyle>
          <a:p>
            <a:r>
              <a:rPr lang="en-US" dirty="0"/>
              <a:t>Agenda</a:t>
            </a:r>
          </a:p>
        </p:txBody>
      </p:sp>
      <p:sp>
        <p:nvSpPr>
          <p:cNvPr id="4" name="Picture Placeholder 3">
            <a:extLst>
              <a:ext uri="{FF2B5EF4-FFF2-40B4-BE49-F238E27FC236}">
                <a16:creationId xmlns:a16="http://schemas.microsoft.com/office/drawing/2014/main" id="{9A527762-C88B-23BA-9A3F-621F88C685CC}"/>
              </a:ext>
            </a:extLst>
          </p:cNvPr>
          <p:cNvSpPr>
            <a:spLocks noGrp="1"/>
          </p:cNvSpPr>
          <p:nvPr>
            <p:ph type="pic" sz="quarter" idx="15" hasCustomPrompt="1"/>
          </p:nvPr>
        </p:nvSpPr>
        <p:spPr>
          <a:xfrm>
            <a:off x="0" y="1"/>
            <a:ext cx="7075656" cy="5017475"/>
          </a:xfrm>
          <a:custGeom>
            <a:avLst/>
            <a:gdLst>
              <a:gd name="connsiteX0" fmla="*/ 0 w 7075656"/>
              <a:gd name="connsiteY0" fmla="*/ 0 h 5017475"/>
              <a:gd name="connsiteX1" fmla="*/ 7075656 w 7075656"/>
              <a:gd name="connsiteY1" fmla="*/ 0 h 5017475"/>
              <a:gd name="connsiteX2" fmla="*/ 7075656 w 7075656"/>
              <a:gd name="connsiteY2" fmla="*/ 4515953 h 5017475"/>
              <a:gd name="connsiteX3" fmla="*/ 6574134 w 7075656"/>
              <a:gd name="connsiteY3" fmla="*/ 5017475 h 5017475"/>
              <a:gd name="connsiteX4" fmla="*/ 0 w 7075656"/>
              <a:gd name="connsiteY4" fmla="*/ 5017475 h 501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656" h="5017475">
                <a:moveTo>
                  <a:pt x="0" y="0"/>
                </a:moveTo>
                <a:lnTo>
                  <a:pt x="7075656" y="0"/>
                </a:lnTo>
                <a:lnTo>
                  <a:pt x="7075656" y="4515953"/>
                </a:lnTo>
                <a:cubicBezTo>
                  <a:pt x="7075656" y="4792936"/>
                  <a:pt x="6851117" y="5017475"/>
                  <a:pt x="6574134" y="5017475"/>
                </a:cubicBezTo>
                <a:lnTo>
                  <a:pt x="0" y="5017475"/>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701094" y="791110"/>
            <a:ext cx="3767006" cy="4226366"/>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01094" y="190984"/>
            <a:ext cx="2713574"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829799" y="190984"/>
            <a:ext cx="1074285" cy="338328"/>
          </a:xfrm>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190984"/>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68612727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89871" y="1717296"/>
            <a:ext cx="5618603" cy="1189805"/>
          </a:xfrm>
        </p:spPr>
        <p:txBody>
          <a:bodyPr anchor="b">
            <a:normAutofit/>
          </a:bodyPr>
          <a:lstStyle>
            <a:lvl1pPr algn="ct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4734" y="3138477"/>
            <a:ext cx="4428877" cy="2116570"/>
          </a:xfrm>
        </p:spPr>
        <p:txBody>
          <a:bodyPr vert="horz" lIns="91440" tIns="45720" rIns="91440" bIns="45720" rtlCol="0">
            <a:normAutofit/>
          </a:bodyPr>
          <a:lstStyle>
            <a:lvl1pPr marL="0" indent="0" algn="ctr">
              <a:buNone/>
              <a:defRPr lang="en-US" sz="1400" dirty="0"/>
            </a:lvl1pPr>
            <a:lvl2pPr marL="228600" indent="0" algn="ctr">
              <a:buNone/>
              <a:defRPr lang="en-US" sz="1200" dirty="0"/>
            </a:lvl2pPr>
            <a:lvl3pPr marL="457200" indent="0" algn="ctr">
              <a:buNone/>
              <a:defRPr lang="en-US" sz="1100" dirty="0"/>
            </a:lvl3pPr>
            <a:lvl4pPr marL="685800" indent="0" algn="ctr">
              <a:buNone/>
              <a:defRPr lang="en-US" sz="1100" dirty="0"/>
            </a:lvl4pPr>
            <a:lvl5pPr marL="914400" indent="0" algn="ctr">
              <a:buNone/>
              <a:defRPr lang="en-US" sz="1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41269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39160" y="1993392"/>
            <a:ext cx="3097924" cy="216035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39103" y="1993392"/>
            <a:ext cx="4856097" cy="35387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655604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42625" y="1508760"/>
            <a:ext cx="3390442" cy="2857500"/>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57596" y="1508760"/>
            <a:ext cx="5233669" cy="413187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795648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19200" y="1097280"/>
            <a:ext cx="3205908" cy="3428174"/>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46320" y="1098484"/>
            <a:ext cx="6126480" cy="507371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2955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3367238" cy="203120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998" y="822960"/>
            <a:ext cx="7087401" cy="534924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009174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60520" y="822960"/>
            <a:ext cx="7305005" cy="972657"/>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F1613FF0-3917-A83C-848B-3D1932393483}"/>
              </a:ext>
            </a:extLst>
          </p:cNvPr>
          <p:cNvSpPr>
            <a:spLocks noGrp="1"/>
          </p:cNvSpPr>
          <p:nvPr>
            <p:ph type="pic" sz="quarter" idx="15" hasCustomPrompt="1"/>
          </p:nvPr>
        </p:nvSpPr>
        <p:spPr>
          <a:xfrm>
            <a:off x="0" y="0"/>
            <a:ext cx="3493008" cy="6107204"/>
          </a:xfrm>
          <a:custGeom>
            <a:avLst/>
            <a:gdLst>
              <a:gd name="connsiteX0" fmla="*/ 0 w 3493008"/>
              <a:gd name="connsiteY0" fmla="*/ 0 h 6107204"/>
              <a:gd name="connsiteX1" fmla="*/ 3493008 w 3493008"/>
              <a:gd name="connsiteY1" fmla="*/ 0 h 6107204"/>
              <a:gd name="connsiteX2" fmla="*/ 3493008 w 3493008"/>
              <a:gd name="connsiteY2" fmla="*/ 5602161 h 6107204"/>
              <a:gd name="connsiteX3" fmla="*/ 2991486 w 3493008"/>
              <a:gd name="connsiteY3" fmla="*/ 6107204 h 6107204"/>
              <a:gd name="connsiteX4" fmla="*/ 0 w 3493008"/>
              <a:gd name="connsiteY4" fmla="*/ 6107204 h 610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3008" h="6107204">
                <a:moveTo>
                  <a:pt x="0" y="0"/>
                </a:moveTo>
                <a:lnTo>
                  <a:pt x="3493008" y="0"/>
                </a:lnTo>
                <a:lnTo>
                  <a:pt x="3493008" y="5602161"/>
                </a:lnTo>
                <a:cubicBezTo>
                  <a:pt x="3493008" y="5881089"/>
                  <a:pt x="3268469" y="6107204"/>
                  <a:pt x="2991486" y="6107204"/>
                </a:cubicBezTo>
                <a:lnTo>
                  <a:pt x="0" y="610720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63095" y="1993392"/>
            <a:ext cx="7305005" cy="41208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3282902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7196328" cy="106832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996440"/>
            <a:ext cx="719632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2090" y="6329172"/>
            <a:ext cx="2816835"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974104" y="6329172"/>
            <a:ext cx="2660904"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809836"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
        <p:nvSpPr>
          <p:cNvPr id="11" name="Picture Placeholder 10">
            <a:extLst>
              <a:ext uri="{FF2B5EF4-FFF2-40B4-BE49-F238E27FC236}">
                <a16:creationId xmlns:a16="http://schemas.microsoft.com/office/drawing/2014/main" id="{8BBFAFCD-BCC9-C2BB-355B-1D08B9A7708D}"/>
              </a:ext>
            </a:extLst>
          </p:cNvPr>
          <p:cNvSpPr>
            <a:spLocks noGrp="1"/>
          </p:cNvSpPr>
          <p:nvPr>
            <p:ph type="pic" sz="quarter" idx="15" hasCustomPrompt="1"/>
          </p:nvPr>
        </p:nvSpPr>
        <p:spPr>
          <a:xfrm>
            <a:off x="8698986" y="758460"/>
            <a:ext cx="3493014" cy="6099541"/>
          </a:xfrm>
          <a:custGeom>
            <a:avLst/>
            <a:gdLst>
              <a:gd name="connsiteX0" fmla="*/ 501522 w 3493014"/>
              <a:gd name="connsiteY0" fmla="*/ 0 h 6099541"/>
              <a:gd name="connsiteX1" fmla="*/ 3493014 w 3493014"/>
              <a:gd name="connsiteY1" fmla="*/ 0 h 6099541"/>
              <a:gd name="connsiteX2" fmla="*/ 3493014 w 3493014"/>
              <a:gd name="connsiteY2" fmla="*/ 6099541 h 6099541"/>
              <a:gd name="connsiteX3" fmla="*/ 0 w 3493014"/>
              <a:gd name="connsiteY3" fmla="*/ 6099541 h 6099541"/>
              <a:gd name="connsiteX4" fmla="*/ 0 w 3493014"/>
              <a:gd name="connsiteY4" fmla="*/ 501522 h 6099541"/>
              <a:gd name="connsiteX5" fmla="*/ 501522 w 3493014"/>
              <a:gd name="connsiteY5" fmla="*/ 0 h 609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3014" h="6099541">
                <a:moveTo>
                  <a:pt x="501522" y="0"/>
                </a:moveTo>
                <a:lnTo>
                  <a:pt x="3493014" y="0"/>
                </a:lnTo>
                <a:lnTo>
                  <a:pt x="3493014" y="6099541"/>
                </a:lnTo>
                <a:lnTo>
                  <a:pt x="0" y="6099541"/>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86051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478799" y="374904"/>
            <a:ext cx="8029143" cy="9144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640F6D4C-AB58-61E2-820C-26713F7162B4}"/>
              </a:ext>
            </a:extLst>
          </p:cNvPr>
          <p:cNvSpPr>
            <a:spLocks noGrp="1"/>
          </p:cNvSpPr>
          <p:nvPr>
            <p:ph type="pic" sz="quarter" idx="15" hasCustomPrompt="1"/>
          </p:nvPr>
        </p:nvSpPr>
        <p:spPr>
          <a:xfrm>
            <a:off x="1" y="0"/>
            <a:ext cx="2812577" cy="6096000"/>
          </a:xfrm>
          <a:custGeom>
            <a:avLst/>
            <a:gdLst>
              <a:gd name="connsiteX0" fmla="*/ 0 w 2812577"/>
              <a:gd name="connsiteY0" fmla="*/ 0 h 6096000"/>
              <a:gd name="connsiteX1" fmla="*/ 2812577 w 2812577"/>
              <a:gd name="connsiteY1" fmla="*/ 0 h 6096000"/>
              <a:gd name="connsiteX2" fmla="*/ 2812577 w 2812577"/>
              <a:gd name="connsiteY2" fmla="*/ 5594478 h 6096000"/>
              <a:gd name="connsiteX3" fmla="*/ 2311055 w 2812577"/>
              <a:gd name="connsiteY3" fmla="*/ 6096000 h 6096000"/>
              <a:gd name="connsiteX4" fmla="*/ 0 w 2812577"/>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5594478"/>
                </a:lnTo>
                <a:cubicBezTo>
                  <a:pt x="2812577" y="5871461"/>
                  <a:pt x="2588038" y="6096000"/>
                  <a:pt x="2311055" y="6096000"/>
                </a:cubicBezTo>
                <a:lnTo>
                  <a:pt x="0" y="6096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478798" y="1444752"/>
            <a:ext cx="8029144"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478799"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12432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365760"/>
            <a:ext cx="7935953" cy="9144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444752"/>
            <a:ext cx="7935953"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365D02ED-881B-AC26-9FB1-E0C7AC5229CD}"/>
              </a:ext>
            </a:extLst>
          </p:cNvPr>
          <p:cNvSpPr>
            <a:spLocks noGrp="1"/>
          </p:cNvSpPr>
          <p:nvPr>
            <p:ph type="pic" sz="quarter" idx="15" hasCustomPrompt="1"/>
          </p:nvPr>
        </p:nvSpPr>
        <p:spPr>
          <a:xfrm>
            <a:off x="9379423" y="0"/>
            <a:ext cx="2812577" cy="6096000"/>
          </a:xfrm>
          <a:custGeom>
            <a:avLst/>
            <a:gdLst>
              <a:gd name="connsiteX0" fmla="*/ 0 w 2812577"/>
              <a:gd name="connsiteY0" fmla="*/ 0 h 6096000"/>
              <a:gd name="connsiteX1" fmla="*/ 2812577 w 2812577"/>
              <a:gd name="connsiteY1" fmla="*/ 0 h 6096000"/>
              <a:gd name="connsiteX2" fmla="*/ 2812577 w 2812577"/>
              <a:gd name="connsiteY2" fmla="*/ 6096000 h 6096000"/>
              <a:gd name="connsiteX3" fmla="*/ 501522 w 2812577"/>
              <a:gd name="connsiteY3" fmla="*/ 6096000 h 6096000"/>
              <a:gd name="connsiteX4" fmla="*/ 0 w 281257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6096000"/>
                </a:lnTo>
                <a:lnTo>
                  <a:pt x="501522" y="6096000"/>
                </a:lnTo>
                <a:cubicBezTo>
                  <a:pt x="224539" y="6096000"/>
                  <a:pt x="0" y="5871461"/>
                  <a:pt x="0" y="5594478"/>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52392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1301" y="822960"/>
            <a:ext cx="5986799" cy="109210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3253D553-C5F3-3129-9E70-5FFBFDC9ECE7}"/>
              </a:ext>
            </a:extLst>
          </p:cNvPr>
          <p:cNvSpPr>
            <a:spLocks noGrp="1"/>
          </p:cNvSpPr>
          <p:nvPr>
            <p:ph type="pic" sz="quarter" idx="15" hasCustomPrompt="1"/>
          </p:nvPr>
        </p:nvSpPr>
        <p:spPr>
          <a:xfrm>
            <a:off x="0" y="0"/>
            <a:ext cx="4785141" cy="6096000"/>
          </a:xfrm>
          <a:custGeom>
            <a:avLst/>
            <a:gdLst>
              <a:gd name="connsiteX0" fmla="*/ 0 w 4785141"/>
              <a:gd name="connsiteY0" fmla="*/ 0 h 6096000"/>
              <a:gd name="connsiteX1" fmla="*/ 4785141 w 4785141"/>
              <a:gd name="connsiteY1" fmla="*/ 0 h 6096000"/>
              <a:gd name="connsiteX2" fmla="*/ 4785141 w 4785141"/>
              <a:gd name="connsiteY2" fmla="*/ 5594478 h 6096000"/>
              <a:gd name="connsiteX3" fmla="*/ 4283619 w 4785141"/>
              <a:gd name="connsiteY3" fmla="*/ 6096000 h 6096000"/>
              <a:gd name="connsiteX4" fmla="*/ 0 w 4785141"/>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141" h="6096000">
                <a:moveTo>
                  <a:pt x="0" y="0"/>
                </a:moveTo>
                <a:lnTo>
                  <a:pt x="4785141" y="0"/>
                </a:lnTo>
                <a:lnTo>
                  <a:pt x="4785141" y="5594478"/>
                </a:lnTo>
                <a:cubicBezTo>
                  <a:pt x="4785141" y="5871461"/>
                  <a:pt x="4560602" y="6096000"/>
                  <a:pt x="4283619" y="6096000"/>
                </a:cubicBezTo>
                <a:lnTo>
                  <a:pt x="0" y="609600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481302" y="1996440"/>
            <a:ext cx="598679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187018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6" y="822960"/>
            <a:ext cx="6140334" cy="973212"/>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71725" y="1996440"/>
            <a:ext cx="6140335" cy="4099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31088019-00EC-C5EE-FDBA-3FD6E5C52EF8}"/>
              </a:ext>
            </a:extLst>
          </p:cNvPr>
          <p:cNvSpPr>
            <a:spLocks noGrp="1"/>
          </p:cNvSpPr>
          <p:nvPr>
            <p:ph type="pic" sz="quarter" idx="15" hasCustomPrompt="1"/>
          </p:nvPr>
        </p:nvSpPr>
        <p:spPr>
          <a:xfrm>
            <a:off x="7619999" y="0"/>
            <a:ext cx="4572001" cy="6095689"/>
          </a:xfrm>
          <a:custGeom>
            <a:avLst/>
            <a:gdLst>
              <a:gd name="connsiteX0" fmla="*/ 0 w 4572001"/>
              <a:gd name="connsiteY0" fmla="*/ 0 h 6095689"/>
              <a:gd name="connsiteX1" fmla="*/ 4572001 w 4572001"/>
              <a:gd name="connsiteY1" fmla="*/ 0 h 6095689"/>
              <a:gd name="connsiteX2" fmla="*/ 4572001 w 4572001"/>
              <a:gd name="connsiteY2" fmla="*/ 6095689 h 6095689"/>
              <a:gd name="connsiteX3" fmla="*/ 501522 w 4572001"/>
              <a:gd name="connsiteY3" fmla="*/ 6095689 h 6095689"/>
              <a:gd name="connsiteX4" fmla="*/ 0 w 4572001"/>
              <a:gd name="connsiteY4" fmla="*/ 5590205 h 6095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1" h="6095689">
                <a:moveTo>
                  <a:pt x="0" y="0"/>
                </a:moveTo>
                <a:lnTo>
                  <a:pt x="4572001" y="0"/>
                </a:lnTo>
                <a:lnTo>
                  <a:pt x="4572001" y="6095689"/>
                </a:lnTo>
                <a:lnTo>
                  <a:pt x="501522" y="6095689"/>
                </a:lnTo>
                <a:cubicBezTo>
                  <a:pt x="224539" y="6095689"/>
                  <a:pt x="0" y="5869376"/>
                  <a:pt x="0" y="5590205"/>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F1B30B23-B6C4-3723-57BA-D70C99D0320B}"/>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B5CB376B-27E9-4CDA-655E-2AE645F1DE44}"/>
              </a:ext>
            </a:extLst>
          </p:cNvPr>
          <p:cNvSpPr>
            <a:spLocks noGrp="1"/>
          </p:cNvSpPr>
          <p:nvPr>
            <p:ph type="dt" sz="half" idx="16"/>
          </p:nvPr>
        </p:nvSpPr>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4EC5A43C-DD1F-E7E6-BBC8-F953BC288BB0}"/>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77551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DBFBCB5-4A7B-F7B3-9AAF-F908FB128AB0}"/>
              </a:ext>
            </a:extLst>
          </p:cNvPr>
          <p:cNvSpPr>
            <a:spLocks noGrp="1"/>
          </p:cNvSpPr>
          <p:nvPr>
            <p:ph type="pic" sz="quarter" idx="15" hasCustomPrompt="1"/>
          </p:nvPr>
        </p:nvSpPr>
        <p:spPr>
          <a:xfrm>
            <a:off x="0" y="0"/>
            <a:ext cx="6548534" cy="6100464"/>
          </a:xfrm>
          <a:custGeom>
            <a:avLst/>
            <a:gdLst>
              <a:gd name="connsiteX0" fmla="*/ 0 w 6548534"/>
              <a:gd name="connsiteY0" fmla="*/ 0 h 6100464"/>
              <a:gd name="connsiteX1" fmla="*/ 6548534 w 6548534"/>
              <a:gd name="connsiteY1" fmla="*/ 0 h 6100464"/>
              <a:gd name="connsiteX2" fmla="*/ 6548534 w 6548534"/>
              <a:gd name="connsiteY2" fmla="*/ 5595865 h 6100464"/>
              <a:gd name="connsiteX3" fmla="*/ 6047012 w 6548534"/>
              <a:gd name="connsiteY3" fmla="*/ 6100464 h 6100464"/>
              <a:gd name="connsiteX4" fmla="*/ 0 w 6548534"/>
              <a:gd name="connsiteY4" fmla="*/ 6100464 h 6100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534" h="6100464">
                <a:moveTo>
                  <a:pt x="0" y="0"/>
                </a:moveTo>
                <a:lnTo>
                  <a:pt x="6548534" y="0"/>
                </a:lnTo>
                <a:lnTo>
                  <a:pt x="6548534" y="5595865"/>
                </a:lnTo>
                <a:cubicBezTo>
                  <a:pt x="6548534" y="5874548"/>
                  <a:pt x="6323995" y="6100464"/>
                  <a:pt x="6047012" y="6100464"/>
                </a:cubicBezTo>
                <a:lnTo>
                  <a:pt x="0" y="61004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11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8F54AB8-6B4D-C00F-7A9F-6627E7066D2A}"/>
              </a:ext>
            </a:extLst>
          </p:cNvPr>
          <p:cNvSpPr>
            <a:spLocks noGrp="1"/>
          </p:cNvSpPr>
          <p:nvPr>
            <p:ph type="ftr" sz="quarter" idx="17"/>
          </p:nvPr>
        </p:nvSpPr>
        <p:spPr/>
        <p:txBody>
          <a:bodyPr/>
          <a:lstStyle/>
          <a:p>
            <a:endParaRPr lang="en-US"/>
          </a:p>
        </p:txBody>
      </p:sp>
      <p:sp>
        <p:nvSpPr>
          <p:cNvPr id="4" name="Date Placeholder 3">
            <a:extLst>
              <a:ext uri="{FF2B5EF4-FFF2-40B4-BE49-F238E27FC236}">
                <a16:creationId xmlns:a16="http://schemas.microsoft.com/office/drawing/2014/main" id="{DC218C63-B1E1-78F4-CF24-6991FB09C1C4}"/>
              </a:ext>
            </a:extLst>
          </p:cNvPr>
          <p:cNvSpPr>
            <a:spLocks noGrp="1"/>
          </p:cNvSpPr>
          <p:nvPr>
            <p:ph type="dt" sz="half" idx="16"/>
          </p:nvPr>
        </p:nvSpPr>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BD268E9B-F4A2-5ABF-D43A-3BF4DCADB3FB}"/>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247215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4" y="822961"/>
            <a:ext cx="4177554" cy="103124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1725" y="1993392"/>
            <a:ext cx="4177553" cy="4102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CD2D7B58-DFF6-BC00-8544-64FC5F7EED57}"/>
              </a:ext>
            </a:extLst>
          </p:cNvPr>
          <p:cNvSpPr>
            <a:spLocks noGrp="1"/>
          </p:cNvSpPr>
          <p:nvPr>
            <p:ph type="pic" sz="quarter" idx="15" hasCustomPrompt="1"/>
          </p:nvPr>
        </p:nvSpPr>
        <p:spPr>
          <a:xfrm>
            <a:off x="5643722" y="0"/>
            <a:ext cx="6548279" cy="6105855"/>
          </a:xfrm>
          <a:custGeom>
            <a:avLst/>
            <a:gdLst>
              <a:gd name="connsiteX0" fmla="*/ 0 w 6548279"/>
              <a:gd name="connsiteY0" fmla="*/ 0 h 6105855"/>
              <a:gd name="connsiteX1" fmla="*/ 6548279 w 6548279"/>
              <a:gd name="connsiteY1" fmla="*/ 0 h 6105855"/>
              <a:gd name="connsiteX2" fmla="*/ 6548279 w 6548279"/>
              <a:gd name="connsiteY2" fmla="*/ 6105855 h 6105855"/>
              <a:gd name="connsiteX3" fmla="*/ 501522 w 6548279"/>
              <a:gd name="connsiteY3" fmla="*/ 6105855 h 6105855"/>
              <a:gd name="connsiteX4" fmla="*/ 0 w 6548279"/>
              <a:gd name="connsiteY4" fmla="*/ 5600680 h 6105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279" h="6105855">
                <a:moveTo>
                  <a:pt x="0" y="0"/>
                </a:moveTo>
                <a:lnTo>
                  <a:pt x="6548279" y="0"/>
                </a:lnTo>
                <a:lnTo>
                  <a:pt x="6548279" y="6105855"/>
                </a:lnTo>
                <a:lnTo>
                  <a:pt x="501522" y="6105855"/>
                </a:lnTo>
                <a:cubicBezTo>
                  <a:pt x="224539" y="6105855"/>
                  <a:pt x="0" y="5879680"/>
                  <a:pt x="0" y="560068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966140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03AE08AD-600E-B6CB-33D0-F11CE0529C45}"/>
              </a:ext>
            </a:extLst>
          </p:cNvPr>
          <p:cNvSpPr>
            <a:spLocks noGrp="1"/>
          </p:cNvSpPr>
          <p:nvPr>
            <p:ph type="pic" sz="quarter" idx="15" hasCustomPrompt="1"/>
          </p:nvPr>
        </p:nvSpPr>
        <p:spPr>
          <a:xfrm>
            <a:off x="1" y="765214"/>
            <a:ext cx="6559827" cy="6092786"/>
          </a:xfrm>
          <a:custGeom>
            <a:avLst/>
            <a:gdLst>
              <a:gd name="connsiteX0" fmla="*/ 0 w 6559827"/>
              <a:gd name="connsiteY0" fmla="*/ 0 h 6092786"/>
              <a:gd name="connsiteX1" fmla="*/ 6058305 w 6559827"/>
              <a:gd name="connsiteY1" fmla="*/ 0 h 6092786"/>
              <a:gd name="connsiteX2" fmla="*/ 6559827 w 6559827"/>
              <a:gd name="connsiteY2" fmla="*/ 501522 h 6092786"/>
              <a:gd name="connsiteX3" fmla="*/ 6559827 w 6559827"/>
              <a:gd name="connsiteY3" fmla="*/ 6092786 h 6092786"/>
              <a:gd name="connsiteX4" fmla="*/ 0 w 6559827"/>
              <a:gd name="connsiteY4" fmla="*/ 6092786 h 6092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9827" h="6092786">
                <a:moveTo>
                  <a:pt x="0" y="0"/>
                </a:moveTo>
                <a:lnTo>
                  <a:pt x="6058305" y="0"/>
                </a:lnTo>
                <a:cubicBezTo>
                  <a:pt x="6335288" y="0"/>
                  <a:pt x="6559827" y="224539"/>
                  <a:pt x="6559827" y="501522"/>
                </a:cubicBezTo>
                <a:lnTo>
                  <a:pt x="6559827" y="6092786"/>
                </a:lnTo>
                <a:lnTo>
                  <a:pt x="0" y="6092786"/>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071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3069" y="6329172"/>
            <a:ext cx="281683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01199" y="6329172"/>
            <a:ext cx="1387589" cy="338328"/>
          </a:xfrm>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5096" y="6329172"/>
            <a:ext cx="454437"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46265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324"/>
            <a:ext cx="2959272" cy="1630841"/>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8096" y="2590800"/>
            <a:ext cx="2959272" cy="3505200"/>
          </a:xfrm>
        </p:spPr>
        <p:txBody>
          <a:bodyPr vert="horz" lIns="91440" tIns="45720" rIns="91440" bIns="45720" rtlCol="0">
            <a:normAutofit/>
          </a:bodyPr>
          <a:lstStyle>
            <a:lvl1pPr marL="285750" indent="-285750">
              <a:buFont typeface="Arial" panose="020B0604020202020204" pitchFamily="34" charset="0"/>
              <a:buChar char="•"/>
              <a:defRPr lang="en-US" dirty="0"/>
            </a:lvl1pPr>
            <a:lvl2pPr marL="400050" indent="-171450">
              <a:buFont typeface="Arial" panose="020B0604020202020204" pitchFamily="34" charset="0"/>
              <a:buChar char="•"/>
              <a:defRPr lang="en-US" dirty="0"/>
            </a:lvl2pPr>
            <a:lvl3pPr marL="628650" indent="-171450">
              <a:buFont typeface="Arial" panose="020B0604020202020204" pitchFamily="34" charset="0"/>
              <a:buChar char="•"/>
              <a:defRPr lang="en-US" dirty="0"/>
            </a:lvl3pPr>
            <a:lvl4pPr marL="857250" indent="-171450">
              <a:buFont typeface="Arial" panose="020B0604020202020204" pitchFamily="34" charset="0"/>
              <a:buChar char="•"/>
              <a:defRPr lang="en-US" dirty="0"/>
            </a:lvl4pPr>
            <a:lvl5pPr marL="1085850"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7648"/>
            <a:ext cx="18336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601773" y="6318659"/>
            <a:ext cx="1092885" cy="338328"/>
          </a:xfrm>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694658" y="6318659"/>
            <a:ext cx="457200" cy="338328"/>
          </a:xfrm>
        </p:spPr>
        <p:txBody>
          <a:bodyPr/>
          <a:lstStyle/>
          <a:p>
            <a:fld id="{235F31FF-4816-4A7C-BAEE-4B5C41A91EB1}" type="slidenum">
              <a:rPr lang="en-US" smtClean="0"/>
              <a:t>‹#›</a:t>
            </a:fld>
            <a:endParaRPr lang="en-US"/>
          </a:p>
        </p:txBody>
      </p:sp>
      <p:sp>
        <p:nvSpPr>
          <p:cNvPr id="12" name="Picture Placeholder 11">
            <a:extLst>
              <a:ext uri="{FF2B5EF4-FFF2-40B4-BE49-F238E27FC236}">
                <a16:creationId xmlns:a16="http://schemas.microsoft.com/office/drawing/2014/main" id="{0A8E9606-29A0-9DB6-D153-C4863559DC60}"/>
              </a:ext>
            </a:extLst>
          </p:cNvPr>
          <p:cNvSpPr>
            <a:spLocks noGrp="1"/>
          </p:cNvSpPr>
          <p:nvPr>
            <p:ph type="pic" sz="quarter" idx="15" hasCustomPrompt="1"/>
          </p:nvPr>
        </p:nvSpPr>
        <p:spPr>
          <a:xfrm>
            <a:off x="4383033" y="765213"/>
            <a:ext cx="7808967" cy="6092787"/>
          </a:xfrm>
          <a:custGeom>
            <a:avLst/>
            <a:gdLst>
              <a:gd name="connsiteX0" fmla="*/ 501522 w 7808967"/>
              <a:gd name="connsiteY0" fmla="*/ 0 h 6092787"/>
              <a:gd name="connsiteX1" fmla="*/ 7808967 w 7808967"/>
              <a:gd name="connsiteY1" fmla="*/ 0 h 6092787"/>
              <a:gd name="connsiteX2" fmla="*/ 7808967 w 7808967"/>
              <a:gd name="connsiteY2" fmla="*/ 6092787 h 6092787"/>
              <a:gd name="connsiteX3" fmla="*/ 0 w 7808967"/>
              <a:gd name="connsiteY3" fmla="*/ 6092787 h 6092787"/>
              <a:gd name="connsiteX4" fmla="*/ 0 w 7808967"/>
              <a:gd name="connsiteY4" fmla="*/ 501522 h 6092787"/>
              <a:gd name="connsiteX5" fmla="*/ 501522 w 7808967"/>
              <a:gd name="connsiteY5" fmla="*/ 0 h 609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8967" h="6092787">
                <a:moveTo>
                  <a:pt x="501522" y="0"/>
                </a:moveTo>
                <a:lnTo>
                  <a:pt x="7808967" y="0"/>
                </a:lnTo>
                <a:lnTo>
                  <a:pt x="7808967" y="6092787"/>
                </a:lnTo>
                <a:lnTo>
                  <a:pt x="0" y="6092787"/>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559167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4842437"/>
            <a:ext cx="3636745" cy="1253564"/>
          </a:xfrm>
        </p:spPr>
        <p:txBody>
          <a:bodyPr anchor="t">
            <a:noAutofit/>
          </a:bodyPr>
          <a:lstStyle>
            <a:lvl1pPr>
              <a:defRPr sz="25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90D792C-BF4F-3E3A-5C82-8AA602818235}"/>
              </a:ext>
            </a:extLst>
          </p:cNvPr>
          <p:cNvSpPr>
            <a:spLocks noGrp="1"/>
          </p:cNvSpPr>
          <p:nvPr>
            <p:ph type="pic" sz="quarter" idx="15" hasCustomPrompt="1"/>
          </p:nvPr>
        </p:nvSpPr>
        <p:spPr>
          <a:xfrm>
            <a:off x="0" y="0"/>
            <a:ext cx="11468100" cy="4354140"/>
          </a:xfrm>
          <a:custGeom>
            <a:avLst/>
            <a:gdLst>
              <a:gd name="connsiteX0" fmla="*/ 0 w 11468100"/>
              <a:gd name="connsiteY0" fmla="*/ 0 h 4354140"/>
              <a:gd name="connsiteX1" fmla="*/ 11468100 w 11468100"/>
              <a:gd name="connsiteY1" fmla="*/ 0 h 4354140"/>
              <a:gd name="connsiteX2" fmla="*/ 11468100 w 11468100"/>
              <a:gd name="connsiteY2" fmla="*/ 3852618 h 4354140"/>
              <a:gd name="connsiteX3" fmla="*/ 10965387 w 11468100"/>
              <a:gd name="connsiteY3" fmla="*/ 4354140 h 4354140"/>
              <a:gd name="connsiteX4" fmla="*/ 0 w 11468100"/>
              <a:gd name="connsiteY4" fmla="*/ 4354140 h 4354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4354140">
                <a:moveTo>
                  <a:pt x="0" y="0"/>
                </a:moveTo>
                <a:lnTo>
                  <a:pt x="11468100" y="0"/>
                </a:lnTo>
                <a:lnTo>
                  <a:pt x="11468100" y="3852618"/>
                </a:lnTo>
                <a:cubicBezTo>
                  <a:pt x="11468100" y="4129601"/>
                  <a:pt x="11243028" y="4354140"/>
                  <a:pt x="10965387" y="4354140"/>
                </a:cubicBezTo>
                <a:lnTo>
                  <a:pt x="0" y="435414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89635" y="4854632"/>
            <a:ext cx="6579807" cy="139376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8593401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4095740"/>
            <a:ext cx="3242191" cy="1704459"/>
          </a:xfrm>
        </p:spPr>
        <p:txBody>
          <a:bodyPr anchor="t">
            <a:noAutofit/>
          </a:bodyPr>
          <a:lstStyle>
            <a:lvl1pPr>
              <a:defRPr sz="25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C842B8C5-7416-8C92-3E56-737867305A74}"/>
              </a:ext>
            </a:extLst>
          </p:cNvPr>
          <p:cNvSpPr>
            <a:spLocks noGrp="1"/>
          </p:cNvSpPr>
          <p:nvPr>
            <p:ph type="pic" sz="quarter" idx="15" hasCustomPrompt="1"/>
          </p:nvPr>
        </p:nvSpPr>
        <p:spPr>
          <a:xfrm>
            <a:off x="0" y="0"/>
            <a:ext cx="11468100" cy="3659602"/>
          </a:xfrm>
          <a:custGeom>
            <a:avLst/>
            <a:gdLst>
              <a:gd name="connsiteX0" fmla="*/ 0 w 11468100"/>
              <a:gd name="connsiteY0" fmla="*/ 0 h 3659602"/>
              <a:gd name="connsiteX1" fmla="*/ 11468100 w 11468100"/>
              <a:gd name="connsiteY1" fmla="*/ 0 h 3659602"/>
              <a:gd name="connsiteX2" fmla="*/ 11468100 w 11468100"/>
              <a:gd name="connsiteY2" fmla="*/ 3158080 h 3659602"/>
              <a:gd name="connsiteX3" fmla="*/ 10964923 w 11468100"/>
              <a:gd name="connsiteY3" fmla="*/ 3659602 h 3659602"/>
              <a:gd name="connsiteX4" fmla="*/ 0 w 11468100"/>
              <a:gd name="connsiteY4" fmla="*/ 3659602 h 365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659602">
                <a:moveTo>
                  <a:pt x="0" y="0"/>
                </a:moveTo>
                <a:lnTo>
                  <a:pt x="11468100" y="0"/>
                </a:lnTo>
                <a:lnTo>
                  <a:pt x="11468100" y="3158080"/>
                </a:lnTo>
                <a:cubicBezTo>
                  <a:pt x="11468100" y="3435063"/>
                  <a:pt x="11242820" y="3659602"/>
                  <a:pt x="10964923" y="3659602"/>
                </a:cubicBezTo>
                <a:lnTo>
                  <a:pt x="0" y="365960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4095740"/>
            <a:ext cx="7092745" cy="200601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4792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159974" cy="1612741"/>
          </a:xfrm>
        </p:spPr>
        <p:txBody>
          <a:bodyPr anchor="t">
            <a:noAutofit/>
          </a:bodyPr>
          <a:lstStyle>
            <a:lvl1pPr>
              <a:defRPr sz="2500"/>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C0D06C70-6C8E-0F10-743F-047DC1563DEE}"/>
              </a:ext>
            </a:extLst>
          </p:cNvPr>
          <p:cNvSpPr>
            <a:spLocks noGrp="1"/>
          </p:cNvSpPr>
          <p:nvPr>
            <p:ph type="ftr" sz="quarter" idx="17"/>
          </p:nvPr>
        </p:nvSpPr>
        <p:spPr>
          <a:xfrm>
            <a:off x="772090" y="64008"/>
            <a:ext cx="2816835" cy="338328"/>
          </a:xfrm>
        </p:spPr>
        <p:txBody>
          <a:bodyPr/>
          <a:lstStyle/>
          <a:p>
            <a:endParaRPr lang="en-US"/>
          </a:p>
        </p:txBody>
      </p:sp>
      <p:sp>
        <p:nvSpPr>
          <p:cNvPr id="3" name="Date Placeholder 2">
            <a:extLst>
              <a:ext uri="{FF2B5EF4-FFF2-40B4-BE49-F238E27FC236}">
                <a16:creationId xmlns:a16="http://schemas.microsoft.com/office/drawing/2014/main" id="{984B292A-7A06-6DDC-E8C4-EBEEF5A46C03}"/>
              </a:ext>
            </a:extLst>
          </p:cNvPr>
          <p:cNvSpPr>
            <a:spLocks noGrp="1"/>
          </p:cNvSpPr>
          <p:nvPr>
            <p:ph type="dt" sz="half" idx="16"/>
          </p:nvPr>
        </p:nvSpPr>
        <p:spPr>
          <a:xfrm>
            <a:off x="9291411" y="64008"/>
            <a:ext cx="1612674" cy="338328"/>
          </a:xfrm>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5D35E09C-E9FB-8393-0705-FD349F06C4C1}"/>
              </a:ext>
            </a:extLst>
          </p:cNvPr>
          <p:cNvSpPr>
            <a:spLocks noGrp="1"/>
          </p:cNvSpPr>
          <p:nvPr>
            <p:ph type="sldNum" sz="quarter" idx="18"/>
          </p:nvPr>
        </p:nvSpPr>
        <p:spPr>
          <a:xfrm>
            <a:off x="11050742" y="64008"/>
            <a:ext cx="457200" cy="338328"/>
          </a:xfrm>
        </p:spPr>
        <p:txBody>
          <a:bodyPr/>
          <a:lstStyle/>
          <a:p>
            <a:fld id="{235F31FF-4816-4A7C-BAEE-4B5C41A91EB1}"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822959"/>
            <a:ext cx="7092745" cy="199867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90B4482-E492-864A-9429-7F3F86067CBD}"/>
              </a:ext>
            </a:extLst>
          </p:cNvPr>
          <p:cNvSpPr>
            <a:spLocks noGrp="1"/>
          </p:cNvSpPr>
          <p:nvPr>
            <p:ph type="pic" sz="quarter" idx="15" hasCustomPrompt="1"/>
          </p:nvPr>
        </p:nvSpPr>
        <p:spPr>
          <a:xfrm>
            <a:off x="0" y="3268078"/>
            <a:ext cx="11468100" cy="3589922"/>
          </a:xfrm>
          <a:custGeom>
            <a:avLst/>
            <a:gdLst>
              <a:gd name="connsiteX0" fmla="*/ 0 w 11468100"/>
              <a:gd name="connsiteY0" fmla="*/ 0 h 3589922"/>
              <a:gd name="connsiteX1" fmla="*/ 10964923 w 11468100"/>
              <a:gd name="connsiteY1" fmla="*/ 0 h 3589922"/>
              <a:gd name="connsiteX2" fmla="*/ 11468100 w 11468100"/>
              <a:gd name="connsiteY2" fmla="*/ 501522 h 3589922"/>
              <a:gd name="connsiteX3" fmla="*/ 11468100 w 11468100"/>
              <a:gd name="connsiteY3" fmla="*/ 3589922 h 3589922"/>
              <a:gd name="connsiteX4" fmla="*/ 0 w 11468100"/>
              <a:gd name="connsiteY4" fmla="*/ 3589922 h 3589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589922">
                <a:moveTo>
                  <a:pt x="0" y="0"/>
                </a:moveTo>
                <a:lnTo>
                  <a:pt x="10964923" y="0"/>
                </a:lnTo>
                <a:cubicBezTo>
                  <a:pt x="11242820" y="0"/>
                  <a:pt x="11468100" y="224539"/>
                  <a:pt x="11468100" y="501522"/>
                </a:cubicBezTo>
                <a:lnTo>
                  <a:pt x="11468100" y="3589922"/>
                </a:lnTo>
                <a:lnTo>
                  <a:pt x="0" y="3589922"/>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691466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3316097"/>
            <a:ext cx="3242191" cy="1704459"/>
          </a:xfrm>
        </p:spPr>
        <p:txBody>
          <a:bodyPr anchor="t">
            <a:noAutofit/>
          </a:bodyPr>
          <a:lstStyle>
            <a:lvl1pPr>
              <a:defRPr sz="25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6389053-627F-50C3-46B2-6517FF15D614}"/>
              </a:ext>
            </a:extLst>
          </p:cNvPr>
          <p:cNvSpPr>
            <a:spLocks noGrp="1"/>
          </p:cNvSpPr>
          <p:nvPr>
            <p:ph type="pic" sz="quarter" idx="15" hasCustomPrompt="1"/>
          </p:nvPr>
        </p:nvSpPr>
        <p:spPr>
          <a:xfrm>
            <a:off x="0" y="1"/>
            <a:ext cx="11468100" cy="2879959"/>
          </a:xfrm>
          <a:custGeom>
            <a:avLst/>
            <a:gdLst>
              <a:gd name="connsiteX0" fmla="*/ 0 w 11468100"/>
              <a:gd name="connsiteY0" fmla="*/ 0 h 2879959"/>
              <a:gd name="connsiteX1" fmla="*/ 11468100 w 11468100"/>
              <a:gd name="connsiteY1" fmla="*/ 0 h 2879959"/>
              <a:gd name="connsiteX2" fmla="*/ 11468100 w 11468100"/>
              <a:gd name="connsiteY2" fmla="*/ 2378437 h 2879959"/>
              <a:gd name="connsiteX3" fmla="*/ 10964923 w 11468100"/>
              <a:gd name="connsiteY3" fmla="*/ 2879959 h 2879959"/>
              <a:gd name="connsiteX4" fmla="*/ 0 w 11468100"/>
              <a:gd name="connsiteY4" fmla="*/ 2879959 h 2879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2879959">
                <a:moveTo>
                  <a:pt x="0" y="0"/>
                </a:moveTo>
                <a:lnTo>
                  <a:pt x="11468100" y="0"/>
                </a:lnTo>
                <a:lnTo>
                  <a:pt x="11468100" y="2378437"/>
                </a:lnTo>
                <a:cubicBezTo>
                  <a:pt x="11468100" y="2655420"/>
                  <a:pt x="11242820" y="2879959"/>
                  <a:pt x="10964923" y="2879959"/>
                </a:cubicBezTo>
                <a:lnTo>
                  <a:pt x="0" y="287995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3316096"/>
            <a:ext cx="7092745" cy="28529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943917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04428"/>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F790B68-0230-A98B-796E-2C008AC2CC5D}"/>
              </a:ext>
            </a:extLst>
          </p:cNvPr>
          <p:cNvSpPr>
            <a:spLocks noGrp="1"/>
          </p:cNvSpPr>
          <p:nvPr>
            <p:ph type="pic" sz="quarter" idx="15" hasCustomPrompt="1"/>
          </p:nvPr>
        </p:nvSpPr>
        <p:spPr>
          <a:xfrm>
            <a:off x="0" y="1750092"/>
            <a:ext cx="6553940" cy="5107908"/>
          </a:xfrm>
          <a:custGeom>
            <a:avLst/>
            <a:gdLst>
              <a:gd name="connsiteX0" fmla="*/ 0 w 6553940"/>
              <a:gd name="connsiteY0" fmla="*/ 0 h 5107908"/>
              <a:gd name="connsiteX1" fmla="*/ 6118541 w 6553940"/>
              <a:gd name="connsiteY1" fmla="*/ 0 h 5107908"/>
              <a:gd name="connsiteX2" fmla="*/ 6553940 w 6553940"/>
              <a:gd name="connsiteY2" fmla="*/ 439618 h 5107908"/>
              <a:gd name="connsiteX3" fmla="*/ 6553940 w 6553940"/>
              <a:gd name="connsiteY3" fmla="*/ 5107908 h 5107908"/>
              <a:gd name="connsiteX4" fmla="*/ 0 w 6553940"/>
              <a:gd name="connsiteY4" fmla="*/ 5107908 h 5107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3940" h="5107908">
                <a:moveTo>
                  <a:pt x="0" y="0"/>
                </a:moveTo>
                <a:lnTo>
                  <a:pt x="6118541" y="0"/>
                </a:lnTo>
                <a:cubicBezTo>
                  <a:pt x="6359005" y="0"/>
                  <a:pt x="6553940" y="196824"/>
                  <a:pt x="6553940" y="439618"/>
                </a:cubicBezTo>
                <a:lnTo>
                  <a:pt x="6553940" y="5107908"/>
                </a:lnTo>
                <a:lnTo>
                  <a:pt x="0" y="5107908"/>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199994" y="1679171"/>
            <a:ext cx="4268106" cy="44930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99994" y="6389695"/>
            <a:ext cx="218382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3704" y="6389695"/>
            <a:ext cx="1625600"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5200" y="638969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086835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59"/>
            <a:ext cx="4811167" cy="916991"/>
          </a:xfrm>
        </p:spPr>
        <p:txBody>
          <a:bodyPr anchor="t"/>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40936EEA-460B-E34D-8B9C-832ADF15E401}"/>
              </a:ext>
            </a:extLst>
          </p:cNvPr>
          <p:cNvSpPr>
            <a:spLocks noGrp="1"/>
          </p:cNvSpPr>
          <p:nvPr>
            <p:ph type="pic" sz="quarter" idx="15" hasCustomPrompt="1"/>
          </p:nvPr>
        </p:nvSpPr>
        <p:spPr>
          <a:xfrm>
            <a:off x="1" y="1958288"/>
            <a:ext cx="5620853" cy="4899713"/>
          </a:xfrm>
          <a:custGeom>
            <a:avLst/>
            <a:gdLst>
              <a:gd name="connsiteX0" fmla="*/ 0 w 5620853"/>
              <a:gd name="connsiteY0" fmla="*/ 0 h 4899713"/>
              <a:gd name="connsiteX1" fmla="*/ 5119331 w 5620853"/>
              <a:gd name="connsiteY1" fmla="*/ 0 h 4899713"/>
              <a:gd name="connsiteX2" fmla="*/ 5620853 w 5620853"/>
              <a:gd name="connsiteY2" fmla="*/ 501522 h 4899713"/>
              <a:gd name="connsiteX3" fmla="*/ 5620853 w 5620853"/>
              <a:gd name="connsiteY3" fmla="*/ 4899713 h 4899713"/>
              <a:gd name="connsiteX4" fmla="*/ 0 w 5620853"/>
              <a:gd name="connsiteY4" fmla="*/ 4899713 h 4899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853" h="4899713">
                <a:moveTo>
                  <a:pt x="0" y="0"/>
                </a:moveTo>
                <a:lnTo>
                  <a:pt x="5119331" y="0"/>
                </a:lnTo>
                <a:cubicBezTo>
                  <a:pt x="5396314" y="0"/>
                  <a:pt x="5620853" y="224539"/>
                  <a:pt x="5620853" y="501522"/>
                </a:cubicBezTo>
                <a:lnTo>
                  <a:pt x="5620853" y="4899713"/>
                </a:lnTo>
                <a:lnTo>
                  <a:pt x="0" y="4899713"/>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314184" y="822960"/>
            <a:ext cx="5153915" cy="527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11795" y="6387559"/>
            <a:ext cx="286839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31917" y="6387559"/>
            <a:ext cx="1658678"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5" y="6387559"/>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34605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383280" cy="1269365"/>
          </a:xfrm>
        </p:spPr>
        <p:txBody>
          <a:bodyPr anchor="t">
            <a:normAutofit/>
          </a:bodyPr>
          <a:lstStyle>
            <a:lvl1pPr>
              <a:defRPr sz="2500"/>
            </a:lvl1pPr>
          </a:lstStyle>
          <a:p>
            <a:r>
              <a:rPr lang="en-US"/>
              <a:t>Click to edit Master title style</a:t>
            </a:r>
            <a:endParaRPr lang="en-US" dirty="0"/>
          </a:p>
        </p:txBody>
      </p:sp>
      <p:sp>
        <p:nvSpPr>
          <p:cNvPr id="11" name="Picture Placeholder 9">
            <a:extLst>
              <a:ext uri="{FF2B5EF4-FFF2-40B4-BE49-F238E27FC236}">
                <a16:creationId xmlns:a16="http://schemas.microsoft.com/office/drawing/2014/main" id="{2E39E907-908A-148E-8CF0-2C3161E428B4}"/>
              </a:ext>
            </a:extLst>
          </p:cNvPr>
          <p:cNvSpPr>
            <a:spLocks noGrp="1"/>
          </p:cNvSpPr>
          <p:nvPr>
            <p:ph type="pic" sz="quarter" idx="15" hasCustomPrompt="1"/>
          </p:nvPr>
        </p:nvSpPr>
        <p:spPr>
          <a:xfrm>
            <a:off x="1" y="2387462"/>
            <a:ext cx="4145281" cy="4470539"/>
          </a:xfrm>
          <a:custGeom>
            <a:avLst/>
            <a:gdLst>
              <a:gd name="connsiteX0" fmla="*/ 0 w 4145281"/>
              <a:gd name="connsiteY0" fmla="*/ 0 h 4470539"/>
              <a:gd name="connsiteX1" fmla="*/ 3629230 w 4145281"/>
              <a:gd name="connsiteY1" fmla="*/ 0 h 4470539"/>
              <a:gd name="connsiteX2" fmla="*/ 4145281 w 4145281"/>
              <a:gd name="connsiteY2" fmla="*/ 516051 h 4470539"/>
              <a:gd name="connsiteX3" fmla="*/ 4145281 w 4145281"/>
              <a:gd name="connsiteY3" fmla="*/ 4470539 h 4470539"/>
              <a:gd name="connsiteX4" fmla="*/ 0 w 4145281"/>
              <a:gd name="connsiteY4" fmla="*/ 4470539 h 4470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1" h="4470539">
                <a:moveTo>
                  <a:pt x="0" y="0"/>
                </a:moveTo>
                <a:lnTo>
                  <a:pt x="3629230" y="0"/>
                </a:lnTo>
                <a:cubicBezTo>
                  <a:pt x="3914237" y="0"/>
                  <a:pt x="4145281" y="231044"/>
                  <a:pt x="4145281" y="516051"/>
                </a:cubicBezTo>
                <a:lnTo>
                  <a:pt x="4145281" y="4470539"/>
                </a:lnTo>
                <a:lnTo>
                  <a:pt x="0" y="447053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39479" y="781685"/>
            <a:ext cx="6628621" cy="5390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146266" y="6388215"/>
            <a:ext cx="296900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32999" y="6388215"/>
            <a:ext cx="2558901"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3" y="638821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5748437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EF0D11-5ED9-D2C8-48DF-CDDD85CEAC2D}"/>
              </a:ext>
              <a:ext uri="{C183D7F6-B498-43B3-948B-1728B52AA6E4}">
                <adec:decorative xmlns:adec="http://schemas.microsoft.com/office/drawing/2017/decorative" val="1"/>
              </a:ext>
            </a:extLst>
          </p:cNvPr>
          <p:cNvSpPr/>
          <p:nvPr/>
        </p:nvSpPr>
        <p:spPr>
          <a:xfrm>
            <a:off x="-1524" y="0"/>
            <a:ext cx="12192000" cy="6858000"/>
          </a:xfrm>
          <a:prstGeom prst="rect">
            <a:avLst/>
          </a:prstGeom>
          <a:solidFill>
            <a:schemeClr val="accent3">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1389888" y="4809744"/>
            <a:ext cx="9345168" cy="1225296"/>
          </a:xfrm>
        </p:spPr>
        <p:txBody>
          <a:bodyPr anchor="t">
            <a:normAutofit/>
          </a:bodyPr>
          <a:lstStyle>
            <a:lvl1pPr algn="ctr">
              <a:lnSpc>
                <a:spcPct val="120000"/>
              </a:lnSpc>
              <a:defRPr sz="280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493776" y="603504"/>
            <a:ext cx="11201400" cy="4206240"/>
          </a:xfrm>
        </p:spPr>
        <p:txBody>
          <a:bodyPr anchor="b">
            <a:normAutofit/>
          </a:bodyPr>
          <a:lstStyle>
            <a:lvl1pPr marL="0" indent="0" algn="ctr">
              <a:lnSpc>
                <a:spcPct val="90000"/>
              </a:lnSpc>
              <a:buNone/>
              <a:defRPr sz="2780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24765867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F3547126-466C-18B0-8C04-007D93615CD9}"/>
              </a:ext>
              <a:ext uri="{C183D7F6-B498-43B3-948B-1728B52AA6E4}">
                <adec:decorative xmlns:adec="http://schemas.microsoft.com/office/drawing/2017/decorative" val="1"/>
              </a:ext>
            </a:extLst>
          </p:cNvPr>
          <p:cNvSpPr/>
          <p:nvPr/>
        </p:nvSpPr>
        <p:spPr>
          <a:xfrm>
            <a:off x="0" y="-1"/>
            <a:ext cx="11208688" cy="5154130"/>
          </a:xfrm>
          <a:custGeom>
            <a:avLst/>
            <a:gdLst>
              <a:gd name="connsiteX0" fmla="*/ 0 w 11208688"/>
              <a:gd name="connsiteY0" fmla="*/ 0 h 5154130"/>
              <a:gd name="connsiteX1" fmla="*/ 11208688 w 11208688"/>
              <a:gd name="connsiteY1" fmla="*/ 0 h 5154130"/>
              <a:gd name="connsiteX2" fmla="*/ 11208688 w 11208688"/>
              <a:gd name="connsiteY2" fmla="*/ 526471 h 5154130"/>
              <a:gd name="connsiteX3" fmla="*/ 11208688 w 11208688"/>
              <a:gd name="connsiteY3" fmla="*/ 4126137 h 5154130"/>
              <a:gd name="connsiteX4" fmla="*/ 11208688 w 11208688"/>
              <a:gd name="connsiteY4" fmla="*/ 4652608 h 5154130"/>
              <a:gd name="connsiteX5" fmla="*/ 10707166 w 11208688"/>
              <a:gd name="connsiteY5" fmla="*/ 5154130 h 5154130"/>
              <a:gd name="connsiteX6" fmla="*/ 0 w 11208688"/>
              <a:gd name="connsiteY6" fmla="*/ 5154130 h 5154130"/>
              <a:gd name="connsiteX7" fmla="*/ 0 w 11208688"/>
              <a:gd name="connsiteY7" fmla="*/ 4627659 h 5154130"/>
              <a:gd name="connsiteX8" fmla="*/ 0 w 11208688"/>
              <a:gd name="connsiteY8" fmla="*/ 526471 h 515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08688" h="5154130">
                <a:moveTo>
                  <a:pt x="0" y="0"/>
                </a:moveTo>
                <a:lnTo>
                  <a:pt x="11208688" y="0"/>
                </a:lnTo>
                <a:lnTo>
                  <a:pt x="11208688" y="526471"/>
                </a:lnTo>
                <a:lnTo>
                  <a:pt x="11208688" y="4126137"/>
                </a:lnTo>
                <a:lnTo>
                  <a:pt x="11208688" y="4652608"/>
                </a:lnTo>
                <a:cubicBezTo>
                  <a:pt x="11208688" y="4929591"/>
                  <a:pt x="10984149" y="5154130"/>
                  <a:pt x="10707166" y="5154130"/>
                </a:cubicBezTo>
                <a:lnTo>
                  <a:pt x="0" y="5154130"/>
                </a:lnTo>
                <a:lnTo>
                  <a:pt x="0" y="4627659"/>
                </a:lnTo>
                <a:lnTo>
                  <a:pt x="0" y="5264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72089" y="5483352"/>
            <a:ext cx="10361130" cy="848177"/>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1015" y="684412"/>
            <a:ext cx="10592204" cy="4122998"/>
          </a:xfrm>
        </p:spPr>
        <p:txBody>
          <a:bodyPr vert="horz" lIns="91440" tIns="45720" rIns="91440" bIns="45720" rtlCol="0" anchor="b">
            <a:normAutofit/>
          </a:bodyPr>
          <a:lstStyle>
            <a:lvl1pPr marL="0" indent="0">
              <a:lnSpc>
                <a:spcPct val="90000"/>
              </a:lnSpc>
              <a:buNone/>
              <a:defRPr lang="en-US" sz="27800" spc="-200" baseline="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68604114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D0AA79A0-CEA9-1C5C-A8CA-D3F95D56333A}"/>
              </a:ext>
              <a:ext uri="{C183D7F6-B498-43B3-948B-1728B52AA6E4}">
                <adec:decorative xmlns:adec="http://schemas.microsoft.com/office/drawing/2017/decorative" val="1"/>
              </a:ext>
            </a:extLst>
          </p:cNvPr>
          <p:cNvSpPr/>
          <p:nvPr/>
        </p:nvSpPr>
        <p:spPr>
          <a:xfrm>
            <a:off x="0" y="4757010"/>
            <a:ext cx="11208688" cy="2100988"/>
          </a:xfrm>
          <a:custGeom>
            <a:avLst/>
            <a:gdLst>
              <a:gd name="connsiteX0" fmla="*/ 0 w 11208688"/>
              <a:gd name="connsiteY0" fmla="*/ 0 h 2100988"/>
              <a:gd name="connsiteX1" fmla="*/ 10707166 w 11208688"/>
              <a:gd name="connsiteY1" fmla="*/ 0 h 2100988"/>
              <a:gd name="connsiteX2" fmla="*/ 11208688 w 11208688"/>
              <a:gd name="connsiteY2" fmla="*/ 501522 h 2100988"/>
              <a:gd name="connsiteX3" fmla="*/ 11208688 w 11208688"/>
              <a:gd name="connsiteY3" fmla="*/ 2100988 h 2100988"/>
              <a:gd name="connsiteX4" fmla="*/ 0 w 11208688"/>
              <a:gd name="connsiteY4" fmla="*/ 2100988 h 2100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100988">
                <a:moveTo>
                  <a:pt x="0" y="0"/>
                </a:moveTo>
                <a:lnTo>
                  <a:pt x="10707166" y="0"/>
                </a:lnTo>
                <a:cubicBezTo>
                  <a:pt x="10984149" y="0"/>
                  <a:pt x="11208688" y="224539"/>
                  <a:pt x="11208688" y="501522"/>
                </a:cubicBezTo>
                <a:lnTo>
                  <a:pt x="11208688" y="2100988"/>
                </a:lnTo>
                <a:lnTo>
                  <a:pt x="0" y="2100988"/>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F2C5FBA-F4AA-552B-2245-767D47272F3B}"/>
              </a:ext>
              <a:ext uri="{C183D7F6-B498-43B3-948B-1728B52AA6E4}">
                <adec:decorative xmlns:adec="http://schemas.microsoft.com/office/drawing/2017/decorative" val="1"/>
              </a:ext>
            </a:extLst>
          </p:cNvPr>
          <p:cNvSpPr/>
          <p:nvPr/>
        </p:nvSpPr>
        <p:spPr>
          <a:xfrm>
            <a:off x="0" y="1"/>
            <a:ext cx="11208688" cy="4627659"/>
          </a:xfrm>
          <a:custGeom>
            <a:avLst/>
            <a:gdLst>
              <a:gd name="connsiteX0" fmla="*/ 0 w 11208688"/>
              <a:gd name="connsiteY0" fmla="*/ 0 h 4627659"/>
              <a:gd name="connsiteX1" fmla="*/ 11208688 w 11208688"/>
              <a:gd name="connsiteY1" fmla="*/ 0 h 4627659"/>
              <a:gd name="connsiteX2" fmla="*/ 11208688 w 11208688"/>
              <a:gd name="connsiteY2" fmla="*/ 4126137 h 4627659"/>
              <a:gd name="connsiteX3" fmla="*/ 10707166 w 11208688"/>
              <a:gd name="connsiteY3" fmla="*/ 4627659 h 4627659"/>
              <a:gd name="connsiteX4" fmla="*/ 0 w 11208688"/>
              <a:gd name="connsiteY4" fmla="*/ 4627659 h 4627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4627659">
                <a:moveTo>
                  <a:pt x="0" y="0"/>
                </a:moveTo>
                <a:lnTo>
                  <a:pt x="11208688" y="0"/>
                </a:lnTo>
                <a:lnTo>
                  <a:pt x="11208688" y="4126137"/>
                </a:lnTo>
                <a:cubicBezTo>
                  <a:pt x="11208688" y="4403120"/>
                  <a:pt x="10984149" y="4627659"/>
                  <a:pt x="10707166" y="4627659"/>
                </a:cubicBezTo>
                <a:lnTo>
                  <a:pt x="0" y="462765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30760"/>
            <a:ext cx="9738852" cy="1017639"/>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9328" y="420624"/>
            <a:ext cx="10592204" cy="4112875"/>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532959607"/>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34677EE2-225B-FA02-73B9-DFB5D013592F}"/>
              </a:ext>
              <a:ext uri="{C183D7F6-B498-43B3-948B-1728B52AA6E4}">
                <adec:decorative xmlns:adec="http://schemas.microsoft.com/office/drawing/2017/decorative" val="1"/>
              </a:ext>
            </a:extLst>
          </p:cNvPr>
          <p:cNvSpPr/>
          <p:nvPr/>
        </p:nvSpPr>
        <p:spPr>
          <a:xfrm>
            <a:off x="0" y="4783948"/>
            <a:ext cx="11208688" cy="2074052"/>
          </a:xfrm>
          <a:custGeom>
            <a:avLst/>
            <a:gdLst>
              <a:gd name="connsiteX0" fmla="*/ 0 w 11208688"/>
              <a:gd name="connsiteY0" fmla="*/ 0 h 2074052"/>
              <a:gd name="connsiteX1" fmla="*/ 10707166 w 11208688"/>
              <a:gd name="connsiteY1" fmla="*/ 0 h 2074052"/>
              <a:gd name="connsiteX2" fmla="*/ 11208688 w 11208688"/>
              <a:gd name="connsiteY2" fmla="*/ 501522 h 2074052"/>
              <a:gd name="connsiteX3" fmla="*/ 11208688 w 11208688"/>
              <a:gd name="connsiteY3" fmla="*/ 2074052 h 2074052"/>
              <a:gd name="connsiteX4" fmla="*/ 0 w 11208688"/>
              <a:gd name="connsiteY4" fmla="*/ 2074052 h 2074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074052">
                <a:moveTo>
                  <a:pt x="0" y="0"/>
                </a:moveTo>
                <a:lnTo>
                  <a:pt x="10707166" y="0"/>
                </a:lnTo>
                <a:cubicBezTo>
                  <a:pt x="10984149" y="0"/>
                  <a:pt x="11208688" y="224539"/>
                  <a:pt x="11208688" y="501522"/>
                </a:cubicBezTo>
                <a:lnTo>
                  <a:pt x="11208688" y="2074052"/>
                </a:lnTo>
                <a:lnTo>
                  <a:pt x="0" y="207405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49809"/>
            <a:ext cx="9768348" cy="1109078"/>
          </a:xfrm>
        </p:spPr>
        <p:txBody>
          <a:bodyPr vert="horz" lIns="91440" tIns="45720" rIns="91440" bIns="45720" rtlCol="0" anchor="ctr">
            <a:normAutofit/>
          </a:bodyPr>
          <a:lstStyle>
            <a:lvl1pPr>
              <a:lnSpc>
                <a:spcPct val="100000"/>
              </a:lnSpc>
              <a:defRPr lang="en-US" sz="2400" dirty="0">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341968"/>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8" name="Footer Placeholder 7">
            <a:extLst>
              <a:ext uri="{FF2B5EF4-FFF2-40B4-BE49-F238E27FC236}">
                <a16:creationId xmlns:a16="http://schemas.microsoft.com/office/drawing/2014/main" id="{881EFD95-05D4-9FAB-FCB7-D3A2AB29456D}"/>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1D5117C2-BE70-9A87-4113-2ECE3F1A43BF}"/>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6/26/2026</a:t>
            </a:fld>
            <a:endParaRPr lang="en-US"/>
          </a:p>
        </p:txBody>
      </p:sp>
      <p:sp>
        <p:nvSpPr>
          <p:cNvPr id="9" name="Slide Number Placeholder 8">
            <a:extLst>
              <a:ext uri="{FF2B5EF4-FFF2-40B4-BE49-F238E27FC236}">
                <a16:creationId xmlns:a16="http://schemas.microsoft.com/office/drawing/2014/main" id="{33776532-A6F1-5788-D1D1-3F91B5B3B7D7}"/>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5136855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4CBAD94-77D4-9CC1-DE93-BFA7FA5FBBB6}"/>
              </a:ext>
              <a:ext uri="{C183D7F6-B498-43B3-948B-1728B52AA6E4}">
                <adec:decorative xmlns:adec="http://schemas.microsoft.com/office/drawing/2017/decorative" val="1"/>
              </a:ext>
            </a:extLst>
          </p:cNvPr>
          <p:cNvSpPr/>
          <p:nvPr/>
        </p:nvSpPr>
        <p:spPr>
          <a:xfrm>
            <a:off x="772090" y="0"/>
            <a:ext cx="11419910" cy="6096000"/>
          </a:xfrm>
          <a:custGeom>
            <a:avLst/>
            <a:gdLst>
              <a:gd name="connsiteX0" fmla="*/ 0 w 11419910"/>
              <a:gd name="connsiteY0" fmla="*/ 0 h 6096000"/>
              <a:gd name="connsiteX1" fmla="*/ 11419910 w 11419910"/>
              <a:gd name="connsiteY1" fmla="*/ 0 h 6096000"/>
              <a:gd name="connsiteX2" fmla="*/ 11419910 w 11419910"/>
              <a:gd name="connsiteY2" fmla="*/ 6096000 h 6096000"/>
              <a:gd name="connsiteX3" fmla="*/ 501522 w 11419910"/>
              <a:gd name="connsiteY3" fmla="*/ 6096000 h 6096000"/>
              <a:gd name="connsiteX4" fmla="*/ 0 w 11419910"/>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9910" h="6096000">
                <a:moveTo>
                  <a:pt x="0" y="0"/>
                </a:moveTo>
                <a:lnTo>
                  <a:pt x="11419910" y="0"/>
                </a:lnTo>
                <a:lnTo>
                  <a:pt x="11419910" y="6096000"/>
                </a:lnTo>
                <a:lnTo>
                  <a:pt x="501522" y="6096000"/>
                </a:lnTo>
                <a:cubicBezTo>
                  <a:pt x="224539" y="6096000"/>
                  <a:pt x="0" y="5871461"/>
                  <a:pt x="0" y="5594478"/>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0575" y="863029"/>
            <a:ext cx="9383510" cy="4685017"/>
          </a:xfrm>
        </p:spPr>
        <p:txBody>
          <a:bodyPr anchor="b">
            <a:noAutofit/>
          </a:bodyPr>
          <a:lstStyle>
            <a:lvl1pPr marL="0" indent="0">
              <a:lnSpc>
                <a:spcPct val="90000"/>
              </a:lnSpc>
              <a:buNone/>
              <a:defRPr sz="6600" b="0"/>
            </a:lvl1pPr>
            <a:lvl2pPr marL="228600" indent="0">
              <a:lnSpc>
                <a:spcPct val="90000"/>
              </a:lnSpc>
              <a:buNone/>
              <a:defRPr sz="6000" b="0"/>
            </a:lvl2pPr>
            <a:lvl3pPr marL="457200" indent="0">
              <a:lnSpc>
                <a:spcPct val="90000"/>
              </a:lnSpc>
              <a:buNone/>
              <a:defRPr sz="5400" b="0"/>
            </a:lvl3pPr>
            <a:lvl4pPr marL="685800" indent="0">
              <a:lnSpc>
                <a:spcPct val="90000"/>
              </a:lnSpc>
              <a:buNone/>
              <a:defRPr sz="4800" b="0"/>
            </a:lvl4pPr>
            <a:lvl5pPr marL="914400" indent="0">
              <a:lnSpc>
                <a:spcPct val="90000"/>
              </a:lnSpc>
              <a:buNone/>
              <a:defRPr sz="4400" b="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31128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4592" y="94592"/>
            <a:ext cx="11617947" cy="5752531"/>
          </a:xfrm>
        </p:spPr>
        <p:txBody>
          <a:bodyPr anchor="t">
            <a:noAutofit/>
          </a:bodyPr>
          <a:lstStyle>
            <a:lvl1pPr marL="0" indent="0">
              <a:lnSpc>
                <a:spcPct val="90000"/>
              </a:lnSpc>
              <a:buNone/>
              <a:defRPr sz="7200" b="0" cap="all" spc="-100" baseline="0">
                <a:solidFill>
                  <a:schemeClr val="accent1"/>
                </a:solidFill>
              </a:defRPr>
            </a:lvl1pPr>
            <a:lvl2pPr marL="228600" indent="0">
              <a:lnSpc>
                <a:spcPct val="90000"/>
              </a:lnSpc>
              <a:buNone/>
              <a:defRPr sz="7200" b="0" cap="all" spc="-100" baseline="0">
                <a:solidFill>
                  <a:schemeClr val="accent1"/>
                </a:solidFill>
              </a:defRPr>
            </a:lvl2pPr>
            <a:lvl3pPr marL="457200" indent="0">
              <a:lnSpc>
                <a:spcPct val="90000"/>
              </a:lnSpc>
              <a:buNone/>
              <a:defRPr sz="7200" b="0" cap="all" spc="-100" baseline="0">
                <a:solidFill>
                  <a:schemeClr val="accent1"/>
                </a:solidFill>
              </a:defRPr>
            </a:lvl3pPr>
            <a:lvl4pPr marL="685800" indent="0">
              <a:lnSpc>
                <a:spcPct val="90000"/>
              </a:lnSpc>
              <a:buNone/>
              <a:defRPr sz="7200" b="0" cap="all" spc="-100" baseline="0">
                <a:solidFill>
                  <a:schemeClr val="accent1"/>
                </a:solidFill>
              </a:defRPr>
            </a:lvl4pPr>
            <a:lvl5pPr marL="914400" indent="0">
              <a:lnSpc>
                <a:spcPct val="90000"/>
              </a:lnSpc>
              <a:buNone/>
              <a:defRPr sz="72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271115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0E08BE8-EB98-F551-F5ED-FE16CE82FBB9}"/>
              </a:ext>
              <a:ext uri="{C183D7F6-B498-43B3-948B-1728B52AA6E4}">
                <adec:decorative xmlns:adec="http://schemas.microsoft.com/office/drawing/2017/decorative" val="1"/>
              </a:ext>
            </a:extLst>
          </p:cNvPr>
          <p:cNvSpPr/>
          <p:nvPr/>
        </p:nvSpPr>
        <p:spPr>
          <a:xfrm>
            <a:off x="1" y="0"/>
            <a:ext cx="11139327" cy="5821522"/>
          </a:xfrm>
          <a:custGeom>
            <a:avLst/>
            <a:gdLst>
              <a:gd name="connsiteX0" fmla="*/ 0 w 11139327"/>
              <a:gd name="connsiteY0" fmla="*/ 0 h 5821522"/>
              <a:gd name="connsiteX1" fmla="*/ 11139327 w 11139327"/>
              <a:gd name="connsiteY1" fmla="*/ 0 h 5821522"/>
              <a:gd name="connsiteX2" fmla="*/ 11139327 w 11139327"/>
              <a:gd name="connsiteY2" fmla="*/ 5320000 h 5821522"/>
              <a:gd name="connsiteX3" fmla="*/ 10637805 w 11139327"/>
              <a:gd name="connsiteY3" fmla="*/ 5821522 h 5821522"/>
              <a:gd name="connsiteX4" fmla="*/ 0 w 11139327"/>
              <a:gd name="connsiteY4" fmla="*/ 5821522 h 5821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9327" h="5821522">
                <a:moveTo>
                  <a:pt x="0" y="0"/>
                </a:moveTo>
                <a:lnTo>
                  <a:pt x="11139327" y="0"/>
                </a:lnTo>
                <a:lnTo>
                  <a:pt x="11139327" y="5320000"/>
                </a:lnTo>
                <a:cubicBezTo>
                  <a:pt x="11139327" y="5596983"/>
                  <a:pt x="10914788" y="5821522"/>
                  <a:pt x="10637805" y="5821522"/>
                </a:cubicBezTo>
                <a:lnTo>
                  <a:pt x="0" y="582152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90418" y="288194"/>
            <a:ext cx="9976207" cy="5025678"/>
          </a:xfrm>
        </p:spPr>
        <p:txBody>
          <a:bodyPr anchor="t">
            <a:noAutofit/>
          </a:bodyPr>
          <a:lstStyle>
            <a:lvl1pPr marL="0" indent="0">
              <a:lnSpc>
                <a:spcPct val="90000"/>
              </a:lnSpc>
              <a:buNone/>
              <a:defRPr sz="6600" b="0" cap="all" spc="-100" baseline="0">
                <a:solidFill>
                  <a:schemeClr val="accent1"/>
                </a:solidFill>
              </a:defRPr>
            </a:lvl1pPr>
            <a:lvl2pPr marL="228600" indent="0">
              <a:lnSpc>
                <a:spcPct val="90000"/>
              </a:lnSpc>
              <a:buNone/>
              <a:defRPr sz="6600" b="0" cap="all" spc="-100" baseline="0">
                <a:solidFill>
                  <a:schemeClr val="accent1"/>
                </a:solidFill>
              </a:defRPr>
            </a:lvl2pPr>
            <a:lvl3pPr marL="457200" indent="0">
              <a:lnSpc>
                <a:spcPct val="90000"/>
              </a:lnSpc>
              <a:buNone/>
              <a:defRPr sz="6600" b="0" cap="all" spc="-100" baseline="0">
                <a:solidFill>
                  <a:schemeClr val="accent1"/>
                </a:solidFill>
              </a:defRPr>
            </a:lvl3pPr>
            <a:lvl4pPr marL="685800" indent="0">
              <a:lnSpc>
                <a:spcPct val="90000"/>
              </a:lnSpc>
              <a:buNone/>
              <a:defRPr sz="6600" b="0" cap="all" spc="-100" baseline="0">
                <a:solidFill>
                  <a:schemeClr val="accent1"/>
                </a:solidFill>
              </a:defRPr>
            </a:lvl4pPr>
            <a:lvl5pPr marL="914400" indent="0">
              <a:lnSpc>
                <a:spcPct val="90000"/>
              </a:lnSpc>
              <a:buNone/>
              <a:defRPr sz="66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766689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AB2664E-ED20-1581-CFBA-A89627E3FD59}"/>
              </a:ext>
              <a:ext uri="{C183D7F6-B498-43B3-948B-1728B52AA6E4}">
                <adec:decorative xmlns:adec="http://schemas.microsoft.com/office/drawing/2017/decorative" val="1"/>
              </a:ext>
            </a:extLst>
          </p:cNvPr>
          <p:cNvSpPr/>
          <p:nvPr/>
        </p:nvSpPr>
        <p:spPr>
          <a:xfrm>
            <a:off x="1" y="0"/>
            <a:ext cx="10719069" cy="5585244"/>
          </a:xfrm>
          <a:custGeom>
            <a:avLst/>
            <a:gdLst>
              <a:gd name="connsiteX0" fmla="*/ 0 w 10719069"/>
              <a:gd name="connsiteY0" fmla="*/ 0 h 5585244"/>
              <a:gd name="connsiteX1" fmla="*/ 10719069 w 10719069"/>
              <a:gd name="connsiteY1" fmla="*/ 0 h 5585244"/>
              <a:gd name="connsiteX2" fmla="*/ 10719069 w 10719069"/>
              <a:gd name="connsiteY2" fmla="*/ 5083722 h 5585244"/>
              <a:gd name="connsiteX3" fmla="*/ 10217547 w 10719069"/>
              <a:gd name="connsiteY3" fmla="*/ 5585244 h 5585244"/>
              <a:gd name="connsiteX4" fmla="*/ 0 w 10719069"/>
              <a:gd name="connsiteY4" fmla="*/ 5585244 h 558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069" h="5585244">
                <a:moveTo>
                  <a:pt x="0" y="0"/>
                </a:moveTo>
                <a:lnTo>
                  <a:pt x="10719069" y="0"/>
                </a:lnTo>
                <a:lnTo>
                  <a:pt x="10719069" y="5083722"/>
                </a:lnTo>
                <a:cubicBezTo>
                  <a:pt x="10719069" y="5360705"/>
                  <a:pt x="10494530" y="5585244"/>
                  <a:pt x="10217547" y="5585244"/>
                </a:cubicBezTo>
                <a:lnTo>
                  <a:pt x="0" y="5585244"/>
                </a:lnTo>
                <a:close/>
              </a:path>
            </a:pathLst>
          </a:cu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1515" y="606176"/>
            <a:ext cx="9339210" cy="4530904"/>
          </a:xfrm>
        </p:spPr>
        <p:txBody>
          <a:bodyPr anchor="b">
            <a:normAutofit/>
          </a:bodyPr>
          <a:lstStyle>
            <a:lvl1pPr marL="0" indent="0">
              <a:lnSpc>
                <a:spcPct val="90000"/>
              </a:lnSpc>
              <a:buNone/>
              <a:defRPr sz="6600" b="0" cap="none" baseline="0">
                <a:solidFill>
                  <a:schemeClr val="accent1"/>
                </a:solidFill>
              </a:defRPr>
            </a:lvl1pPr>
            <a:lvl2pPr marL="228600" indent="0">
              <a:lnSpc>
                <a:spcPct val="90000"/>
              </a:lnSpc>
              <a:buNone/>
              <a:defRPr sz="6000" b="0" cap="none" baseline="0">
                <a:solidFill>
                  <a:schemeClr val="accent1"/>
                </a:solidFill>
              </a:defRPr>
            </a:lvl2pPr>
            <a:lvl3pPr marL="457200" indent="0">
              <a:lnSpc>
                <a:spcPct val="90000"/>
              </a:lnSpc>
              <a:buNone/>
              <a:defRPr sz="5400" b="0" cap="none" baseline="0">
                <a:solidFill>
                  <a:schemeClr val="accent1"/>
                </a:solidFill>
              </a:defRPr>
            </a:lvl3pPr>
            <a:lvl4pPr marL="685800" indent="0">
              <a:lnSpc>
                <a:spcPct val="90000"/>
              </a:lnSpc>
              <a:buNone/>
              <a:defRPr sz="4800" b="0" cap="none" baseline="0">
                <a:solidFill>
                  <a:schemeClr val="accent1"/>
                </a:solidFill>
              </a:defRPr>
            </a:lvl4pPr>
            <a:lvl5pPr marL="914400" indent="0">
              <a:lnSpc>
                <a:spcPct val="90000"/>
              </a:lnSpc>
              <a:buNone/>
              <a:defRPr sz="4400" b="0" cap="none"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36662946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43032" y="1455226"/>
            <a:ext cx="10152770" cy="5065498"/>
          </a:xfrm>
        </p:spPr>
        <p:txBody>
          <a:bodyPr anchor="b">
            <a:normAutofit/>
          </a:bodyPr>
          <a:lstStyle>
            <a:lvl1pPr marL="0" indent="0">
              <a:lnSpc>
                <a:spcPct val="90000"/>
              </a:lnSpc>
              <a:buNone/>
              <a:defRPr sz="7200" b="0">
                <a:solidFill>
                  <a:schemeClr val="accent1"/>
                </a:solidFill>
              </a:defRPr>
            </a:lvl1pPr>
            <a:lvl2pPr marL="228600" indent="0">
              <a:lnSpc>
                <a:spcPct val="90000"/>
              </a:lnSpc>
              <a:buNone/>
              <a:defRPr sz="6600" b="0">
                <a:solidFill>
                  <a:schemeClr val="accent1"/>
                </a:solidFill>
              </a:defRPr>
            </a:lvl2pPr>
            <a:lvl3pPr marL="457200" indent="0">
              <a:lnSpc>
                <a:spcPct val="90000"/>
              </a:lnSpc>
              <a:buNone/>
              <a:defRPr sz="6000" b="0">
                <a:solidFill>
                  <a:schemeClr val="accent1"/>
                </a:solidFill>
              </a:defRPr>
            </a:lvl3pPr>
            <a:lvl4pPr marL="685800" indent="0">
              <a:lnSpc>
                <a:spcPct val="90000"/>
              </a:lnSpc>
              <a:buNone/>
              <a:defRPr sz="5400" b="0">
                <a:solidFill>
                  <a:schemeClr val="accent1"/>
                </a:solidFill>
              </a:defRPr>
            </a:lvl4pPr>
            <a:lvl5pPr marL="914400" indent="0">
              <a:lnSpc>
                <a:spcPct val="90000"/>
              </a:lnSpc>
              <a:buNone/>
              <a:defRPr sz="48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68096" y="64008"/>
            <a:ext cx="3569995" cy="338328"/>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91411" y="64008"/>
            <a:ext cx="1612674" cy="338328"/>
          </a:xfrm>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55096" y="64008"/>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1609952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72090" y="5085707"/>
            <a:ext cx="8968722" cy="757309"/>
          </a:xfrm>
        </p:spPr>
        <p:txBody>
          <a:bodyPr anchor="t">
            <a:normAutofit/>
          </a:bodyPr>
          <a:lstStyle>
            <a:lvl1pP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821934"/>
            <a:ext cx="8968722" cy="3742116"/>
          </a:xfrm>
        </p:spPr>
        <p:txBody>
          <a:bodyPr anchor="t">
            <a:normAutofit/>
          </a:bodyPr>
          <a:lstStyle>
            <a:lvl1pPr marL="137160" indent="-137160">
              <a:lnSpc>
                <a:spcPct val="100000"/>
              </a:lnSpc>
              <a:spcBef>
                <a:spcPts val="0"/>
              </a:spcBef>
              <a:buNone/>
              <a:defRPr sz="60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379772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8096" y="4965192"/>
            <a:ext cx="9841113" cy="1289304"/>
          </a:xfrm>
        </p:spPr>
        <p:txBody>
          <a:bodyPr anchor="ctr">
            <a:normAutofit/>
          </a:bodyPr>
          <a:lstStyle>
            <a:lvl1pPr>
              <a:lnSpc>
                <a:spcPct val="120000"/>
              </a:lnSpc>
              <a:defRPr sz="18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729465"/>
            <a:ext cx="9841114" cy="3814182"/>
          </a:xfrm>
        </p:spPr>
        <p:txBody>
          <a:bodyPr anchor="t">
            <a:normAutofit/>
          </a:bodyPr>
          <a:lstStyle>
            <a:lvl1pPr marL="137160" indent="-137160">
              <a:lnSpc>
                <a:spcPct val="90000"/>
              </a:lnSpc>
              <a:spcBef>
                <a:spcPts val="0"/>
              </a:spcBef>
              <a:buNone/>
              <a:defRPr sz="7200">
                <a:solidFill>
                  <a:schemeClr val="accent1"/>
                </a:solidFill>
                <a:latin typeface="+mj-lt"/>
              </a:defRPr>
            </a:lvl1pPr>
          </a:lstStyle>
          <a:p>
            <a:pPr lvl="0"/>
            <a:r>
              <a:rPr lang="en-US" dirty="0"/>
              <a:t>Click to edit Quote</a:t>
            </a:r>
          </a:p>
        </p:txBody>
      </p:sp>
      <p:sp>
        <p:nvSpPr>
          <p:cNvPr id="9" name="Footer Placeholder 8">
            <a:extLst>
              <a:ext uri="{FF2B5EF4-FFF2-40B4-BE49-F238E27FC236}">
                <a16:creationId xmlns:a16="http://schemas.microsoft.com/office/drawing/2014/main" id="{A8AE5996-C1E5-AFF0-1C20-EFDC8711799D}"/>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1554EA42-18F1-82AE-02C3-B2B2A57AD709}"/>
              </a:ext>
            </a:extLst>
          </p:cNvPr>
          <p:cNvSpPr>
            <a:spLocks noGrp="1"/>
          </p:cNvSpPr>
          <p:nvPr>
            <p:ph type="dt" sz="half" idx="14"/>
          </p:nvPr>
        </p:nvSpPr>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4A8ACF18-7D60-FEE3-1B8D-6E5F51611A84}"/>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501234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243F357D-01B6-71AD-58FF-26C551B8D6F8}"/>
              </a:ext>
              <a:ext uri="{C183D7F6-B498-43B3-948B-1728B52AA6E4}">
                <adec:decorative xmlns:adec="http://schemas.microsoft.com/office/drawing/2017/decorative" val="1"/>
              </a:ext>
            </a:extLst>
          </p:cNvPr>
          <p:cNvSpPr/>
          <p:nvPr/>
        </p:nvSpPr>
        <p:spPr>
          <a:xfrm rot="10800000" flipH="1">
            <a:off x="0" y="5155892"/>
            <a:ext cx="11468099" cy="1702107"/>
          </a:xfrm>
          <a:custGeom>
            <a:avLst/>
            <a:gdLst>
              <a:gd name="connsiteX0" fmla="*/ 10322569 w 10836926"/>
              <a:gd name="connsiteY0" fmla="*/ 1702107 h 1702107"/>
              <a:gd name="connsiteX1" fmla="*/ 0 w 10836926"/>
              <a:gd name="connsiteY1" fmla="*/ 1702107 h 1702107"/>
              <a:gd name="connsiteX2" fmla="*/ 0 w 10836926"/>
              <a:gd name="connsiteY2" fmla="*/ 0 h 1702107"/>
              <a:gd name="connsiteX3" fmla="*/ 10836926 w 10836926"/>
              <a:gd name="connsiteY3" fmla="*/ 0 h 1702107"/>
              <a:gd name="connsiteX4" fmla="*/ 10836926 w 10836926"/>
              <a:gd name="connsiteY4" fmla="*/ 1187751 h 1702107"/>
              <a:gd name="connsiteX5" fmla="*/ 10322569 w 10836926"/>
              <a:gd name="connsiteY5" fmla="*/ 1702107 h 1702107"/>
              <a:gd name="connsiteX0" fmla="*/ 10990389 w 11504746"/>
              <a:gd name="connsiteY0" fmla="*/ 1702107 h 1702107"/>
              <a:gd name="connsiteX1" fmla="*/ 0 w 11504746"/>
              <a:gd name="connsiteY1" fmla="*/ 1702107 h 1702107"/>
              <a:gd name="connsiteX2" fmla="*/ 667820 w 11504746"/>
              <a:gd name="connsiteY2" fmla="*/ 0 h 1702107"/>
              <a:gd name="connsiteX3" fmla="*/ 11504746 w 11504746"/>
              <a:gd name="connsiteY3" fmla="*/ 0 h 1702107"/>
              <a:gd name="connsiteX4" fmla="*/ 11504746 w 11504746"/>
              <a:gd name="connsiteY4" fmla="*/ 1187751 h 1702107"/>
              <a:gd name="connsiteX5" fmla="*/ 10990389 w 11504746"/>
              <a:gd name="connsiteY5" fmla="*/ 1702107 h 1702107"/>
              <a:gd name="connsiteX0" fmla="*/ 11000664 w 11515021"/>
              <a:gd name="connsiteY0" fmla="*/ 1702107 h 1702107"/>
              <a:gd name="connsiteX1" fmla="*/ 10275 w 11515021"/>
              <a:gd name="connsiteY1" fmla="*/ 1702107 h 1702107"/>
              <a:gd name="connsiteX2" fmla="*/ 0 w 11515021"/>
              <a:gd name="connsiteY2" fmla="*/ 0 h 1702107"/>
              <a:gd name="connsiteX3" fmla="*/ 11515021 w 11515021"/>
              <a:gd name="connsiteY3" fmla="*/ 0 h 1702107"/>
              <a:gd name="connsiteX4" fmla="*/ 11515021 w 11515021"/>
              <a:gd name="connsiteY4" fmla="*/ 1187751 h 1702107"/>
              <a:gd name="connsiteX5" fmla="*/ 11000664 w 11515021"/>
              <a:gd name="connsiteY5" fmla="*/ 1702107 h 170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5021" h="1702107">
                <a:moveTo>
                  <a:pt x="11000664" y="1702107"/>
                </a:moveTo>
                <a:lnTo>
                  <a:pt x="10275" y="1702107"/>
                </a:lnTo>
                <a:lnTo>
                  <a:pt x="0" y="0"/>
                </a:lnTo>
                <a:lnTo>
                  <a:pt x="11515021" y="0"/>
                </a:lnTo>
                <a:lnTo>
                  <a:pt x="11515021" y="1187751"/>
                </a:lnTo>
                <a:cubicBezTo>
                  <a:pt x="11515021" y="1471822"/>
                  <a:pt x="11284736" y="1702107"/>
                  <a:pt x="11000664" y="1702107"/>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1438381" y="5684948"/>
            <a:ext cx="9060691" cy="643997"/>
          </a:xfrm>
        </p:spPr>
        <p:txBody>
          <a:bodyPr anchor="ctr">
            <a:normAutofit/>
          </a:bodyPr>
          <a:lstStyle>
            <a:lvl1pPr algn="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1438382" y="1027417"/>
            <a:ext cx="9060691" cy="3400746"/>
          </a:xfrm>
        </p:spPr>
        <p:txBody>
          <a:bodyPr anchor="ctr">
            <a:normAutofit/>
          </a:bodyPr>
          <a:lstStyle>
            <a:lvl1pPr marL="137160" indent="-137160">
              <a:lnSpc>
                <a:spcPct val="100000"/>
              </a:lnSpc>
              <a:spcBef>
                <a:spcPts val="0"/>
              </a:spcBef>
              <a:buNone/>
              <a:defRPr sz="48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772090" y="6382512"/>
            <a:ext cx="2816835" cy="338328"/>
          </a:xfrm>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a:xfrm>
            <a:off x="9291411" y="6382512"/>
            <a:ext cx="1612674" cy="338328"/>
          </a:xfrm>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408640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DA777E9-52E4-B265-D19D-C179BB567FA4}"/>
              </a:ext>
              <a:ext uri="{C183D7F6-B498-43B3-948B-1728B52AA6E4}">
                <adec:decorative xmlns:adec="http://schemas.microsoft.com/office/drawing/2017/decorative" val="1"/>
              </a:ext>
            </a:extLst>
          </p:cNvPr>
          <p:cNvSpPr/>
          <p:nvPr/>
        </p:nvSpPr>
        <p:spPr>
          <a:xfrm>
            <a:off x="0" y="0"/>
            <a:ext cx="10809939" cy="5148072"/>
          </a:xfrm>
          <a:custGeom>
            <a:avLst/>
            <a:gdLst>
              <a:gd name="connsiteX0" fmla="*/ 0 w 10809939"/>
              <a:gd name="connsiteY0" fmla="*/ 0 h 5148072"/>
              <a:gd name="connsiteX1" fmla="*/ 10809939 w 10809939"/>
              <a:gd name="connsiteY1" fmla="*/ 0 h 5148072"/>
              <a:gd name="connsiteX2" fmla="*/ 10809939 w 10809939"/>
              <a:gd name="connsiteY2" fmla="*/ 4646550 h 5148072"/>
              <a:gd name="connsiteX3" fmla="*/ 10308417 w 10809939"/>
              <a:gd name="connsiteY3" fmla="*/ 5148072 h 5148072"/>
              <a:gd name="connsiteX4" fmla="*/ 0 w 10809939"/>
              <a:gd name="connsiteY4" fmla="*/ 5148072 h 51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148072">
                <a:moveTo>
                  <a:pt x="0" y="0"/>
                </a:moveTo>
                <a:lnTo>
                  <a:pt x="10809939" y="0"/>
                </a:lnTo>
                <a:lnTo>
                  <a:pt x="10809939" y="4646550"/>
                </a:lnTo>
                <a:cubicBezTo>
                  <a:pt x="10809939" y="4923533"/>
                  <a:pt x="10585400" y="5148072"/>
                  <a:pt x="10308417" y="5148072"/>
                </a:cubicBezTo>
                <a:lnTo>
                  <a:pt x="0" y="5148072"/>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7446" y="5518298"/>
            <a:ext cx="8964384" cy="818494"/>
          </a:xfrm>
        </p:spPr>
        <p:txBody>
          <a:bodyPr anchor="ctr">
            <a:normAutofit/>
          </a:bodyPr>
          <a:lstStyle>
            <a:lvl1pPr>
              <a:lnSpc>
                <a:spcPct val="120000"/>
              </a:lnSpc>
              <a:defRPr sz="16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7446" y="750013"/>
            <a:ext cx="8733760" cy="3800721"/>
          </a:xfrm>
        </p:spPr>
        <p:txBody>
          <a:bodyPr anchor="t">
            <a:normAutofit/>
          </a:bodyPr>
          <a:lstStyle>
            <a:lvl1pPr marL="137160" indent="-137160">
              <a:lnSpc>
                <a:spcPct val="90000"/>
              </a:lnSpc>
              <a:spcBef>
                <a:spcPts val="0"/>
              </a:spcBef>
              <a:buNone/>
              <a:defRPr sz="5400">
                <a:solidFill>
                  <a:schemeClr val="accent1"/>
                </a:solidFill>
                <a:latin typeface="+mj-lt"/>
              </a:defRPr>
            </a:lvl1pPr>
          </a:lstStyle>
          <a:p>
            <a:pPr lvl="0"/>
            <a:r>
              <a:rPr lang="en-US" dirty="0"/>
              <a:t>Click to edit Quote</a:t>
            </a:r>
          </a:p>
        </p:txBody>
      </p:sp>
      <p:sp>
        <p:nvSpPr>
          <p:cNvPr id="8" name="Footer Placeholder 7">
            <a:extLst>
              <a:ext uri="{FF2B5EF4-FFF2-40B4-BE49-F238E27FC236}">
                <a16:creationId xmlns:a16="http://schemas.microsoft.com/office/drawing/2014/main" id="{0AD62116-941C-252B-AE63-2508CE4FDD3F}"/>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23547C88-24DC-DAA1-274D-9715ED6805BC}"/>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A921AC9D-428B-1CE3-499F-1289B47D5F26}"/>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682167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3">
            <a:alpha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EBA2EC2-4347-818C-501D-DEEA9CA0D13B}"/>
              </a:ext>
              <a:ext uri="{C183D7F6-B498-43B3-948B-1728B52AA6E4}">
                <adec:decorative xmlns:adec="http://schemas.microsoft.com/office/drawing/2017/decorative" val="1"/>
              </a:ext>
            </a:extLst>
          </p:cNvPr>
          <p:cNvSpPr/>
          <p:nvPr/>
        </p:nvSpPr>
        <p:spPr>
          <a:xfrm>
            <a:off x="1" y="-1"/>
            <a:ext cx="10809939" cy="5617255"/>
          </a:xfrm>
          <a:custGeom>
            <a:avLst/>
            <a:gdLst>
              <a:gd name="connsiteX0" fmla="*/ 0 w 10809939"/>
              <a:gd name="connsiteY0" fmla="*/ 0 h 5638868"/>
              <a:gd name="connsiteX1" fmla="*/ 10809939 w 10809939"/>
              <a:gd name="connsiteY1" fmla="*/ 0 h 5638868"/>
              <a:gd name="connsiteX2" fmla="*/ 10809939 w 10809939"/>
              <a:gd name="connsiteY2" fmla="*/ 5116914 h 5638868"/>
              <a:gd name="connsiteX3" fmla="*/ 10287986 w 10809939"/>
              <a:gd name="connsiteY3" fmla="*/ 5638868 h 5638868"/>
              <a:gd name="connsiteX4" fmla="*/ 0 w 10809939"/>
              <a:gd name="connsiteY4" fmla="*/ 5638868 h 56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638868">
                <a:moveTo>
                  <a:pt x="0" y="0"/>
                </a:moveTo>
                <a:lnTo>
                  <a:pt x="10809939" y="0"/>
                </a:lnTo>
                <a:lnTo>
                  <a:pt x="10809939" y="5116914"/>
                </a:lnTo>
                <a:cubicBezTo>
                  <a:pt x="10809939" y="5405181"/>
                  <a:pt x="10576253" y="5638868"/>
                  <a:pt x="10287986" y="5638868"/>
                </a:cubicBezTo>
                <a:lnTo>
                  <a:pt x="0" y="5638868"/>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2876765" y="4318612"/>
            <a:ext cx="7364515" cy="996027"/>
          </a:xfrm>
        </p:spPr>
        <p:txBody>
          <a:bodyPr anchor="ctr">
            <a:normAutofit/>
          </a:bodyPr>
          <a:lstStyle>
            <a:lvl1pPr algn="r">
              <a:lnSpc>
                <a:spcPct val="120000"/>
              </a:lnSpc>
              <a:defRPr sz="1400" b="0" spc="100"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8096" y="647700"/>
            <a:ext cx="9473184" cy="3670912"/>
          </a:xfrm>
        </p:spPr>
        <p:txBody>
          <a:bodyPr anchor="ctr">
            <a:normAutofit/>
          </a:bodyPr>
          <a:lstStyle>
            <a:lvl1pPr marL="137160" indent="-137160">
              <a:lnSpc>
                <a:spcPct val="100000"/>
              </a:lnSpc>
              <a:spcBef>
                <a:spcPts val="0"/>
              </a:spcBef>
              <a:buNone/>
              <a:defRPr sz="4800">
                <a:solidFill>
                  <a:schemeClr val="tx2"/>
                </a:solidFill>
                <a:latin typeface="+mj-lt"/>
              </a:defRPr>
            </a:lvl1pPr>
          </a:lstStyle>
          <a:p>
            <a:pPr lvl="0"/>
            <a:r>
              <a:rPr lang="en-US" dirty="0"/>
              <a:t>Click to edit Quote</a:t>
            </a:r>
          </a:p>
        </p:txBody>
      </p:sp>
      <p:sp>
        <p:nvSpPr>
          <p:cNvPr id="12" name="Footer Placeholder 11">
            <a:extLst>
              <a:ext uri="{FF2B5EF4-FFF2-40B4-BE49-F238E27FC236}">
                <a16:creationId xmlns:a16="http://schemas.microsoft.com/office/drawing/2014/main" id="{B68D110F-CED3-F33A-EDD7-57811187B5A8}"/>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1BE1F328-2362-9468-2593-BAF90BE9CEB0}"/>
              </a:ext>
            </a:extLst>
          </p:cNvPr>
          <p:cNvSpPr>
            <a:spLocks noGrp="1"/>
          </p:cNvSpPr>
          <p:nvPr>
            <p:ph type="dt" sz="half" idx="14"/>
          </p:nvPr>
        </p:nvSpPr>
        <p:spPr/>
        <p:txBody>
          <a:bodyPr/>
          <a:lstStyle/>
          <a:p>
            <a:fld id="{D7E3ECEC-7E7B-4FB9-BAE8-5C10F12795EA}" type="datetimeFigureOut">
              <a:rPr lang="en-US" smtClean="0"/>
              <a:t>6/26/2026</a:t>
            </a:fld>
            <a:endParaRPr lang="en-US"/>
          </a:p>
        </p:txBody>
      </p:sp>
      <p:sp>
        <p:nvSpPr>
          <p:cNvPr id="13" name="Slide Number Placeholder 12">
            <a:extLst>
              <a:ext uri="{FF2B5EF4-FFF2-40B4-BE49-F238E27FC236}">
                <a16:creationId xmlns:a16="http://schemas.microsoft.com/office/drawing/2014/main" id="{DADE9A5F-3A0A-29A6-E008-BCCF7C3761BD}"/>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24330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74908"/>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4B07B2D7-7718-3EA4-C727-BB98633A6739}"/>
              </a:ext>
            </a:extLst>
          </p:cNvPr>
          <p:cNvSpPr>
            <a:spLocks noGrp="1"/>
          </p:cNvSpPr>
          <p:nvPr>
            <p:ph sz="quarter" idx="15"/>
          </p:nvPr>
        </p:nvSpPr>
        <p:spPr>
          <a:xfrm>
            <a:off x="762000" y="1802352"/>
            <a:ext cx="5070020"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EB1D51A5-7ABE-E37E-E3A4-3AF4A8448510}"/>
              </a:ext>
            </a:extLst>
          </p:cNvPr>
          <p:cNvSpPr>
            <a:spLocks noGrp="1"/>
          </p:cNvSpPr>
          <p:nvPr>
            <p:ph sz="quarter" idx="16"/>
          </p:nvPr>
        </p:nvSpPr>
        <p:spPr>
          <a:xfrm>
            <a:off x="6394099" y="1802352"/>
            <a:ext cx="5070021"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921953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70626" y="822960"/>
            <a:ext cx="10697475" cy="550367"/>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65379"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E49B3C-8832-0263-2ACE-16444014FC2C}"/>
              </a:ext>
            </a:extLst>
          </p:cNvPr>
          <p:cNvSpPr>
            <a:spLocks noGrp="1"/>
          </p:cNvSpPr>
          <p:nvPr>
            <p:ph sz="quarter" idx="15"/>
          </p:nvPr>
        </p:nvSpPr>
        <p:spPr>
          <a:xfrm>
            <a:off x="765825" y="2020888"/>
            <a:ext cx="5086349"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F5D88C15-4359-3F27-9B17-CB9581414F72}"/>
              </a:ext>
            </a:extLst>
          </p:cNvPr>
          <p:cNvSpPr>
            <a:spLocks noGrp="1"/>
          </p:cNvSpPr>
          <p:nvPr>
            <p:ph sz="quarter" idx="16"/>
          </p:nvPr>
        </p:nvSpPr>
        <p:spPr>
          <a:xfrm>
            <a:off x="6381751" y="2020888"/>
            <a:ext cx="5086350"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432967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70626" y="822960"/>
            <a:ext cx="10698480" cy="828594"/>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66478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6862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68096" y="822960"/>
            <a:ext cx="3195484" cy="1504164"/>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68096" y="2311121"/>
            <a:ext cx="3195484" cy="3784879"/>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99805" y="836762"/>
            <a:ext cx="6568296" cy="525923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058873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72091" y="822960"/>
            <a:ext cx="3041598" cy="1968931"/>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68096" y="3147059"/>
            <a:ext cx="3041597" cy="2762035"/>
          </a:xfrm>
        </p:spPr>
        <p:txBody>
          <a:bodyPr vert="horz" lIns="91440" tIns="45720" rIns="91440" bIns="45720" rtlCol="0" anchor="b">
            <a:normAutofit/>
          </a:bodyPr>
          <a:lstStyle>
            <a:lvl1pPr marL="0" indent="0">
              <a:buNone/>
              <a:defRPr lang="en-US" sz="1600" dirty="0"/>
            </a:lvl1pPr>
          </a:lstStyle>
          <a:p>
            <a:pPr lvl="0"/>
            <a:r>
              <a:rPr lang="en-US"/>
              <a:t>Click to edit Master text styles</a:t>
            </a:r>
          </a:p>
        </p:txBody>
      </p:sp>
      <p:sp>
        <p:nvSpPr>
          <p:cNvPr id="9" name="Picture Placeholder 9">
            <a:extLst>
              <a:ext uri="{FF2B5EF4-FFF2-40B4-BE49-F238E27FC236}">
                <a16:creationId xmlns:a16="http://schemas.microsoft.com/office/drawing/2014/main" id="{75E80A04-FEAF-D5E8-F208-D79F5852407B}"/>
              </a:ext>
            </a:extLst>
          </p:cNvPr>
          <p:cNvSpPr>
            <a:spLocks noGrp="1"/>
          </p:cNvSpPr>
          <p:nvPr>
            <p:ph type="pic" sz="quarter" idx="13" hasCustomPrompt="1"/>
          </p:nvPr>
        </p:nvSpPr>
        <p:spPr>
          <a:xfrm>
            <a:off x="4502844" y="0"/>
            <a:ext cx="7689157" cy="6096000"/>
          </a:xfrm>
          <a:custGeom>
            <a:avLst/>
            <a:gdLst>
              <a:gd name="connsiteX0" fmla="*/ 0 w 7689157"/>
              <a:gd name="connsiteY0" fmla="*/ 0 h 6096000"/>
              <a:gd name="connsiteX1" fmla="*/ 7689157 w 7689157"/>
              <a:gd name="connsiteY1" fmla="*/ 0 h 6096000"/>
              <a:gd name="connsiteX2" fmla="*/ 7689157 w 7689157"/>
              <a:gd name="connsiteY2" fmla="*/ 6096000 h 6096000"/>
              <a:gd name="connsiteX3" fmla="*/ 501522 w 7689157"/>
              <a:gd name="connsiteY3" fmla="*/ 6096000 h 6096000"/>
              <a:gd name="connsiteX4" fmla="*/ 0 w 768915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096000">
                <a:moveTo>
                  <a:pt x="0" y="0"/>
                </a:moveTo>
                <a:lnTo>
                  <a:pt x="7689157" y="0"/>
                </a:lnTo>
                <a:lnTo>
                  <a:pt x="7689157" y="6096000"/>
                </a:lnTo>
                <a:lnTo>
                  <a:pt x="501522" y="6096000"/>
                </a:lnTo>
                <a:cubicBezTo>
                  <a:pt x="224539" y="6096000"/>
                  <a:pt x="0" y="5871461"/>
                  <a:pt x="0" y="5594478"/>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5806473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492530-7F0F-7B93-27A9-6F68FAF54390}"/>
              </a:ext>
              <a:ext uri="{C183D7F6-B498-43B3-948B-1728B52AA6E4}">
                <adec:decorative xmlns:adec="http://schemas.microsoft.com/office/drawing/2017/decorative" val="1"/>
              </a:ext>
            </a:extLst>
          </p:cNvPr>
          <p:cNvSpPr/>
          <p:nvPr/>
        </p:nvSpPr>
        <p:spPr>
          <a:xfrm rot="10800000">
            <a:off x="762000" y="2880691"/>
            <a:ext cx="11430000" cy="3977309"/>
          </a:xfrm>
          <a:custGeom>
            <a:avLst/>
            <a:gdLst>
              <a:gd name="connsiteX0" fmla="*/ 0 w 11468099"/>
              <a:gd name="connsiteY0" fmla="*/ 4053508 h 4053508"/>
              <a:gd name="connsiteX1" fmla="*/ 10946146 w 11468099"/>
              <a:gd name="connsiteY1" fmla="*/ 4043963 h 4053508"/>
              <a:gd name="connsiteX2" fmla="*/ 11468099 w 11468099"/>
              <a:gd name="connsiteY2" fmla="*/ 3522009 h 4053508"/>
              <a:gd name="connsiteX3" fmla="*/ 11468099 w 11468099"/>
              <a:gd name="connsiteY3" fmla="*/ 0 h 4053508"/>
              <a:gd name="connsiteX4" fmla="*/ 0 w 11468099"/>
              <a:gd name="connsiteY4" fmla="*/ 0 h 4053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099" h="4053508">
                <a:moveTo>
                  <a:pt x="0" y="4053508"/>
                </a:moveTo>
                <a:lnTo>
                  <a:pt x="10946146" y="4043963"/>
                </a:lnTo>
                <a:cubicBezTo>
                  <a:pt x="11234413" y="4043963"/>
                  <a:pt x="11468099" y="3810276"/>
                  <a:pt x="11468099" y="3522009"/>
                </a:cubicBezTo>
                <a:lnTo>
                  <a:pt x="11468099" y="0"/>
                </a:lnTo>
                <a:lnTo>
                  <a:pt x="0" y="0"/>
                </a:ln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800" y="190500"/>
            <a:ext cx="11843238" cy="2057400"/>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398813" y="3505199"/>
            <a:ext cx="10044665" cy="266700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98813" y="6329172"/>
            <a:ext cx="2816835" cy="338328"/>
          </a:xfr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3643627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07D4EEB-8B0C-3EA1-DB0C-896A8F0C8621}"/>
              </a:ext>
              <a:ext uri="{C183D7F6-B498-43B3-948B-1728B52AA6E4}">
                <adec:decorative xmlns:adec="http://schemas.microsoft.com/office/drawing/2017/decorative" val="1"/>
              </a:ext>
            </a:extLst>
          </p:cNvPr>
          <p:cNvSpPr/>
          <p:nvPr/>
        </p:nvSpPr>
        <p:spPr>
          <a:xfrm rot="10800000">
            <a:off x="2677737" y="2952545"/>
            <a:ext cx="9514262" cy="3905455"/>
          </a:xfrm>
          <a:custGeom>
            <a:avLst/>
            <a:gdLst>
              <a:gd name="connsiteX0" fmla="*/ 0 w 9514262"/>
              <a:gd name="connsiteY0" fmla="*/ 3905455 h 3905455"/>
              <a:gd name="connsiteX1" fmla="*/ 0 w 9514262"/>
              <a:gd name="connsiteY1" fmla="*/ 0 h 3905455"/>
              <a:gd name="connsiteX2" fmla="*/ 9514262 w 9514262"/>
              <a:gd name="connsiteY2" fmla="*/ 0 h 3905455"/>
              <a:gd name="connsiteX3" fmla="*/ 9514262 w 9514262"/>
              <a:gd name="connsiteY3" fmla="*/ 3375660 h 3905455"/>
              <a:gd name="connsiteX4" fmla="*/ 8992309 w 9514262"/>
              <a:gd name="connsiteY4" fmla="*/ 3897614 h 390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4262" h="3905455">
                <a:moveTo>
                  <a:pt x="0" y="3905455"/>
                </a:moveTo>
                <a:lnTo>
                  <a:pt x="0" y="0"/>
                </a:lnTo>
                <a:lnTo>
                  <a:pt x="9514262" y="0"/>
                </a:lnTo>
                <a:lnTo>
                  <a:pt x="9514262" y="3375660"/>
                </a:lnTo>
                <a:cubicBezTo>
                  <a:pt x="9514262" y="3663927"/>
                  <a:pt x="9280576" y="3897614"/>
                  <a:pt x="8992309" y="3897614"/>
                </a:cubicBez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3373" y="190500"/>
            <a:ext cx="10573396" cy="2475644"/>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493213" y="3810000"/>
            <a:ext cx="6976154" cy="1676400"/>
          </a:xfr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2354616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772090" y="825747"/>
            <a:ext cx="10696010" cy="61880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774654" y="1506872"/>
            <a:ext cx="10693446" cy="45891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72090" y="6329172"/>
            <a:ext cx="2816835" cy="338328"/>
          </a:xfrm>
          <a:prstGeom prst="rect">
            <a:avLst/>
          </a:prstGeom>
        </p:spPr>
        <p:txBody>
          <a:bodyPr vert="horz" lIns="91440" tIns="45720" rIns="91440" bIns="45720" rtlCol="0" anchor="ctr"/>
          <a:lstStyle>
            <a:lvl1pPr algn="l">
              <a:defRPr sz="750" cap="all" spc="0"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291411" y="6329172"/>
            <a:ext cx="1612674" cy="338328"/>
          </a:xfrm>
          <a:prstGeom prst="rect">
            <a:avLst/>
          </a:prstGeom>
        </p:spPr>
        <p:txBody>
          <a:bodyPr vert="horz" lIns="91440" tIns="45720" rIns="91440" bIns="45720" rtlCol="0" anchor="ctr"/>
          <a:lstStyle>
            <a:lvl1pPr algn="r">
              <a:defRPr sz="750">
                <a:solidFill>
                  <a:schemeClr val="tx1"/>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50742" y="6329172"/>
            <a:ext cx="457200" cy="338328"/>
          </a:xfrm>
          <a:prstGeom prst="rect">
            <a:avLst/>
          </a:prstGeom>
        </p:spPr>
        <p:txBody>
          <a:bodyPr vert="horz" lIns="91440" tIns="45720" rIns="91440" bIns="45720" rtlCol="0" anchor="ctr"/>
          <a:lstStyle>
            <a:lvl1pPr algn="r">
              <a:defRPr sz="750">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644491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500" b="0" kern="1200" cap="all"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000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286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572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0858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480">
          <p15:clr>
            <a:srgbClr val="F26B43"/>
          </p15:clr>
        </p15:guide>
        <p15:guide id="8" pos="7224">
          <p15:clr>
            <a:srgbClr val="F26B43"/>
          </p15:clr>
        </p15:guide>
        <p15:guide id="9" orient="horz" pos="3840">
          <p15:clr>
            <a:srgbClr val="F26B43"/>
          </p15:clr>
        </p15:guide>
        <p15:guide id="10" orient="horz" pos="2160">
          <p15:clr>
            <a:srgbClr val="F26B43"/>
          </p15:clr>
        </p15:guide>
        <p15:guide id="11"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88BBA-385E-B100-D3B2-83F877ED7B13}"/>
              </a:ext>
            </a:extLst>
          </p:cNvPr>
          <p:cNvSpPr>
            <a:spLocks noGrp="1"/>
          </p:cNvSpPr>
          <p:nvPr>
            <p:ph type="ctrTitle"/>
          </p:nvPr>
        </p:nvSpPr>
        <p:spPr>
          <a:xfrm>
            <a:off x="228600" y="457200"/>
            <a:ext cx="6400800" cy="2667000"/>
          </a:xfrm>
        </p:spPr>
        <p:txBody>
          <a:bodyPr>
            <a:normAutofit/>
          </a:bodyPr>
          <a:lstStyle/>
          <a:p>
            <a:r>
              <a:rPr lang="en-US" sz="6000" cap="none" dirty="0"/>
              <a:t>Artificial Intelligence</a:t>
            </a:r>
            <a:br>
              <a:rPr lang="en-US" sz="6000" cap="none" dirty="0"/>
            </a:br>
            <a:endParaRPr lang="en-US" sz="6000" cap="none" dirty="0"/>
          </a:p>
        </p:txBody>
      </p:sp>
      <p:sp>
        <p:nvSpPr>
          <p:cNvPr id="3" name="Subtitle 2">
            <a:extLst>
              <a:ext uri="{FF2B5EF4-FFF2-40B4-BE49-F238E27FC236}">
                <a16:creationId xmlns:a16="http://schemas.microsoft.com/office/drawing/2014/main" id="{D508797C-B534-8121-1EFA-68AC9E565808}"/>
              </a:ext>
            </a:extLst>
          </p:cNvPr>
          <p:cNvSpPr>
            <a:spLocks noGrp="1"/>
          </p:cNvSpPr>
          <p:nvPr>
            <p:ph type="subTitle" idx="1"/>
          </p:nvPr>
        </p:nvSpPr>
        <p:spPr>
          <a:xfrm>
            <a:off x="286753" y="4272639"/>
            <a:ext cx="4184904" cy="646847"/>
          </a:xfrm>
        </p:spPr>
        <p:txBody>
          <a:bodyPr/>
          <a:lstStyle/>
          <a:p>
            <a:r>
              <a:rPr lang="en-US" dirty="0"/>
              <a:t>Presented By: Gregory Wagonblast</a:t>
            </a:r>
          </a:p>
        </p:txBody>
      </p:sp>
      <p:sp>
        <p:nvSpPr>
          <p:cNvPr id="8" name="TextBox 7">
            <a:extLst>
              <a:ext uri="{FF2B5EF4-FFF2-40B4-BE49-F238E27FC236}">
                <a16:creationId xmlns:a16="http://schemas.microsoft.com/office/drawing/2014/main" id="{E0D3D5BB-A39F-1245-F38A-8D8A8B4FFF4D}"/>
              </a:ext>
            </a:extLst>
          </p:cNvPr>
          <p:cNvSpPr txBox="1"/>
          <p:nvPr/>
        </p:nvSpPr>
        <p:spPr>
          <a:xfrm>
            <a:off x="286753" y="2377424"/>
            <a:ext cx="6284494" cy="1815882"/>
          </a:xfrm>
          <a:prstGeom prst="rect">
            <a:avLst/>
          </a:prstGeom>
          <a:noFill/>
        </p:spPr>
        <p:txBody>
          <a:bodyPr wrap="square">
            <a:spAutoFit/>
          </a:bodyPr>
          <a:lstStyle/>
          <a:p>
            <a:r>
              <a:rPr lang="en-US" sz="4000" cap="none" dirty="0"/>
              <a:t>Module 1</a:t>
            </a:r>
          </a:p>
          <a:p>
            <a:r>
              <a:rPr lang="en-US" sz="4000" dirty="0"/>
              <a:t>Classical AI</a:t>
            </a:r>
          </a:p>
          <a:p>
            <a:r>
              <a:rPr lang="en-US" sz="3200" dirty="0"/>
              <a:t>(Agents, Logic ,Search)</a:t>
            </a:r>
          </a:p>
        </p:txBody>
      </p:sp>
      <p:pic>
        <p:nvPicPr>
          <p:cNvPr id="4" name="Picture 3">
            <a:extLst>
              <a:ext uri="{FF2B5EF4-FFF2-40B4-BE49-F238E27FC236}">
                <a16:creationId xmlns:a16="http://schemas.microsoft.com/office/drawing/2014/main" id="{5A9CFF31-A0CA-9831-9B7A-27B6260389D1}"/>
              </a:ext>
            </a:extLst>
          </p:cNvPr>
          <p:cNvPicPr>
            <a:picLocks noChangeAspect="1"/>
          </p:cNvPicPr>
          <p:nvPr/>
        </p:nvPicPr>
        <p:blipFill>
          <a:blip r:embed="rId3"/>
          <a:stretch>
            <a:fillRect/>
          </a:stretch>
        </p:blipFill>
        <p:spPr>
          <a:xfrm>
            <a:off x="4946196" y="-4011"/>
            <a:ext cx="8160204" cy="6096000"/>
          </a:xfrm>
          <a:prstGeom prst="rect">
            <a:avLst/>
          </a:prstGeom>
        </p:spPr>
      </p:pic>
    </p:spTree>
    <p:extLst>
      <p:ext uri="{BB962C8B-B14F-4D97-AF65-F5344CB8AC3E}">
        <p14:creationId xmlns:p14="http://schemas.microsoft.com/office/powerpoint/2010/main" val="171634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C45BDA-E5A1-6364-E6B8-5765B24FF469}"/>
              </a:ext>
            </a:extLst>
          </p:cNvPr>
          <p:cNvSpPr txBox="1"/>
          <p:nvPr/>
        </p:nvSpPr>
        <p:spPr>
          <a:xfrm>
            <a:off x="3619499" y="305165"/>
            <a:ext cx="4953000" cy="1261884"/>
          </a:xfrm>
          <a:prstGeom prst="rect">
            <a:avLst/>
          </a:prstGeom>
          <a:noFill/>
        </p:spPr>
        <p:txBody>
          <a:bodyPr wrap="square" rtlCol="0">
            <a:spAutoFit/>
          </a:bodyPr>
          <a:lstStyle/>
          <a:p>
            <a:pPr algn="ctr"/>
            <a:r>
              <a:rPr lang="en-US" sz="4000" dirty="0"/>
              <a:t>Agent Architecture</a:t>
            </a:r>
            <a:br>
              <a:rPr lang="en-US" dirty="0"/>
            </a:br>
            <a:br>
              <a:rPr lang="en-US" dirty="0"/>
            </a:br>
            <a:endParaRPr lang="en-US" dirty="0"/>
          </a:p>
        </p:txBody>
      </p:sp>
      <p:pic>
        <p:nvPicPr>
          <p:cNvPr id="11" name="Picture 10">
            <a:extLst>
              <a:ext uri="{FF2B5EF4-FFF2-40B4-BE49-F238E27FC236}">
                <a16:creationId xmlns:a16="http://schemas.microsoft.com/office/drawing/2014/main" id="{621C771D-6315-CD27-D18B-A1E6D092C5C3}"/>
              </a:ext>
            </a:extLst>
          </p:cNvPr>
          <p:cNvPicPr>
            <a:picLocks noChangeAspect="1"/>
          </p:cNvPicPr>
          <p:nvPr/>
        </p:nvPicPr>
        <p:blipFill>
          <a:blip r:embed="rId3"/>
          <a:stretch>
            <a:fillRect/>
          </a:stretch>
        </p:blipFill>
        <p:spPr>
          <a:xfrm>
            <a:off x="1004873" y="1267326"/>
            <a:ext cx="10182253" cy="5257800"/>
          </a:xfrm>
          <a:prstGeom prst="rect">
            <a:avLst/>
          </a:prstGeom>
        </p:spPr>
      </p:pic>
    </p:spTree>
    <p:extLst>
      <p:ext uri="{BB962C8B-B14F-4D97-AF65-F5344CB8AC3E}">
        <p14:creationId xmlns:p14="http://schemas.microsoft.com/office/powerpoint/2010/main" val="650875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17744-AE95-0EB2-EDCB-FFCE4385790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D9FF3A-B943-1272-1FAA-23EBE1BB2662}"/>
              </a:ext>
            </a:extLst>
          </p:cNvPr>
          <p:cNvSpPr txBox="1"/>
          <p:nvPr/>
        </p:nvSpPr>
        <p:spPr>
          <a:xfrm>
            <a:off x="1238250" y="182115"/>
            <a:ext cx="9715500" cy="1261884"/>
          </a:xfrm>
          <a:prstGeom prst="rect">
            <a:avLst/>
          </a:prstGeom>
          <a:noFill/>
        </p:spPr>
        <p:txBody>
          <a:bodyPr wrap="square" rtlCol="0">
            <a:spAutoFit/>
          </a:bodyPr>
          <a:lstStyle/>
          <a:p>
            <a:pPr algn="ctr"/>
            <a:r>
              <a:rPr lang="en-US" sz="4000" dirty="0"/>
              <a:t>Back To Defining Artificial Intelligence</a:t>
            </a:r>
            <a:br>
              <a:rPr lang="en-US" dirty="0"/>
            </a:br>
            <a:br>
              <a:rPr lang="en-US" dirty="0"/>
            </a:br>
            <a:endParaRPr lang="en-US" dirty="0"/>
          </a:p>
        </p:txBody>
      </p:sp>
      <p:pic>
        <p:nvPicPr>
          <p:cNvPr id="3" name="Picture 2">
            <a:extLst>
              <a:ext uri="{FF2B5EF4-FFF2-40B4-BE49-F238E27FC236}">
                <a16:creationId xmlns:a16="http://schemas.microsoft.com/office/drawing/2014/main" id="{A810E7DB-1E66-82DD-A37E-9D92BA2BA129}"/>
              </a:ext>
            </a:extLst>
          </p:cNvPr>
          <p:cNvPicPr>
            <a:picLocks noChangeAspect="1"/>
          </p:cNvPicPr>
          <p:nvPr/>
        </p:nvPicPr>
        <p:blipFill>
          <a:blip r:embed="rId3"/>
          <a:stretch>
            <a:fillRect/>
          </a:stretch>
        </p:blipFill>
        <p:spPr>
          <a:xfrm>
            <a:off x="1790700" y="990600"/>
            <a:ext cx="8610600" cy="5685285"/>
          </a:xfrm>
          <a:prstGeom prst="rect">
            <a:avLst/>
          </a:prstGeom>
        </p:spPr>
      </p:pic>
    </p:spTree>
    <p:extLst>
      <p:ext uri="{BB962C8B-B14F-4D97-AF65-F5344CB8AC3E}">
        <p14:creationId xmlns:p14="http://schemas.microsoft.com/office/powerpoint/2010/main" val="733621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4FDE6-0937-2AD1-3A6C-A59099CE96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374D407-D1DF-228F-A695-645D32099098}"/>
              </a:ext>
            </a:extLst>
          </p:cNvPr>
          <p:cNvSpPr txBox="1"/>
          <p:nvPr/>
        </p:nvSpPr>
        <p:spPr>
          <a:xfrm>
            <a:off x="3501359" y="220579"/>
            <a:ext cx="5295900" cy="1261884"/>
          </a:xfrm>
          <a:prstGeom prst="rect">
            <a:avLst/>
          </a:prstGeom>
          <a:noFill/>
        </p:spPr>
        <p:txBody>
          <a:bodyPr wrap="square" rtlCol="0">
            <a:spAutoFit/>
          </a:bodyPr>
          <a:lstStyle/>
          <a:p>
            <a:pPr algn="ctr"/>
            <a:r>
              <a:rPr lang="en-US" sz="4000" dirty="0"/>
              <a:t>Simple-Reflex Agents</a:t>
            </a:r>
            <a:br>
              <a:rPr lang="en-US" dirty="0"/>
            </a:br>
            <a:br>
              <a:rPr lang="en-US" dirty="0"/>
            </a:br>
            <a:endParaRPr lang="en-US" dirty="0"/>
          </a:p>
        </p:txBody>
      </p:sp>
      <p:pic>
        <p:nvPicPr>
          <p:cNvPr id="5" name="Picture 4">
            <a:extLst>
              <a:ext uri="{FF2B5EF4-FFF2-40B4-BE49-F238E27FC236}">
                <a16:creationId xmlns:a16="http://schemas.microsoft.com/office/drawing/2014/main" id="{ECCB393D-72FC-BDF1-9FBB-0FC22248BE1D}"/>
              </a:ext>
            </a:extLst>
          </p:cNvPr>
          <p:cNvPicPr>
            <a:picLocks noChangeAspect="1"/>
          </p:cNvPicPr>
          <p:nvPr/>
        </p:nvPicPr>
        <p:blipFill>
          <a:blip r:embed="rId3"/>
          <a:stretch>
            <a:fillRect/>
          </a:stretch>
        </p:blipFill>
        <p:spPr>
          <a:xfrm>
            <a:off x="2915515" y="884531"/>
            <a:ext cx="6467587" cy="5768130"/>
          </a:xfrm>
          <a:prstGeom prst="rect">
            <a:avLst/>
          </a:prstGeom>
        </p:spPr>
      </p:pic>
    </p:spTree>
    <p:extLst>
      <p:ext uri="{BB962C8B-B14F-4D97-AF65-F5344CB8AC3E}">
        <p14:creationId xmlns:p14="http://schemas.microsoft.com/office/powerpoint/2010/main" val="918895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FAB9B-39BD-9659-10CF-F730EC6E8E0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021EAF2-8CF3-7EF6-8D38-9D74F4248920}"/>
              </a:ext>
            </a:extLst>
          </p:cNvPr>
          <p:cNvSpPr txBox="1"/>
          <p:nvPr/>
        </p:nvSpPr>
        <p:spPr>
          <a:xfrm>
            <a:off x="3501359" y="220579"/>
            <a:ext cx="5295900" cy="1261884"/>
          </a:xfrm>
          <a:prstGeom prst="rect">
            <a:avLst/>
          </a:prstGeom>
          <a:noFill/>
        </p:spPr>
        <p:txBody>
          <a:bodyPr wrap="square" rtlCol="0">
            <a:spAutoFit/>
          </a:bodyPr>
          <a:lstStyle/>
          <a:p>
            <a:pPr algn="ctr"/>
            <a:r>
              <a:rPr lang="en-US" sz="4000" dirty="0"/>
              <a:t>Model-Based Agents</a:t>
            </a:r>
            <a:br>
              <a:rPr lang="en-US" dirty="0"/>
            </a:br>
            <a:br>
              <a:rPr lang="en-US" dirty="0"/>
            </a:br>
            <a:endParaRPr lang="en-US" dirty="0"/>
          </a:p>
        </p:txBody>
      </p:sp>
      <p:pic>
        <p:nvPicPr>
          <p:cNvPr id="3" name="Picture 2">
            <a:extLst>
              <a:ext uri="{FF2B5EF4-FFF2-40B4-BE49-F238E27FC236}">
                <a16:creationId xmlns:a16="http://schemas.microsoft.com/office/drawing/2014/main" id="{83BFB3BE-7B81-8508-7DBA-5754C5213FF5}"/>
              </a:ext>
            </a:extLst>
          </p:cNvPr>
          <p:cNvPicPr>
            <a:picLocks noChangeAspect="1"/>
          </p:cNvPicPr>
          <p:nvPr/>
        </p:nvPicPr>
        <p:blipFill>
          <a:blip r:embed="rId3"/>
          <a:stretch>
            <a:fillRect/>
          </a:stretch>
        </p:blipFill>
        <p:spPr>
          <a:xfrm>
            <a:off x="3025963" y="851521"/>
            <a:ext cx="6140074" cy="5913336"/>
          </a:xfrm>
          <a:prstGeom prst="rect">
            <a:avLst/>
          </a:prstGeom>
        </p:spPr>
      </p:pic>
    </p:spTree>
    <p:extLst>
      <p:ext uri="{BB962C8B-B14F-4D97-AF65-F5344CB8AC3E}">
        <p14:creationId xmlns:p14="http://schemas.microsoft.com/office/powerpoint/2010/main" val="1014279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6AC12-C50D-2539-7D35-6D8C137EC9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E31AD0E-35D1-F047-42F8-E83386126417}"/>
              </a:ext>
            </a:extLst>
          </p:cNvPr>
          <p:cNvSpPr txBox="1"/>
          <p:nvPr/>
        </p:nvSpPr>
        <p:spPr>
          <a:xfrm>
            <a:off x="1562184" y="262116"/>
            <a:ext cx="8995441" cy="1261884"/>
          </a:xfrm>
          <a:prstGeom prst="rect">
            <a:avLst/>
          </a:prstGeom>
          <a:noFill/>
        </p:spPr>
        <p:txBody>
          <a:bodyPr wrap="square" rtlCol="0">
            <a:spAutoFit/>
          </a:bodyPr>
          <a:lstStyle/>
          <a:p>
            <a:pPr algn="ctr"/>
            <a:r>
              <a:rPr lang="en-US" sz="4000" dirty="0"/>
              <a:t>Goal-Based and Utility-Based Agents</a:t>
            </a:r>
            <a:br>
              <a:rPr lang="en-US" dirty="0"/>
            </a:br>
            <a:br>
              <a:rPr lang="en-US" dirty="0"/>
            </a:br>
            <a:endParaRPr lang="en-US" dirty="0"/>
          </a:p>
        </p:txBody>
      </p:sp>
      <p:pic>
        <p:nvPicPr>
          <p:cNvPr id="11" name="Picture 10">
            <a:extLst>
              <a:ext uri="{FF2B5EF4-FFF2-40B4-BE49-F238E27FC236}">
                <a16:creationId xmlns:a16="http://schemas.microsoft.com/office/drawing/2014/main" id="{EF8C4EBE-1880-CABD-DFF3-451160457AD3}"/>
              </a:ext>
            </a:extLst>
          </p:cNvPr>
          <p:cNvPicPr>
            <a:picLocks noChangeAspect="1"/>
          </p:cNvPicPr>
          <p:nvPr/>
        </p:nvPicPr>
        <p:blipFill>
          <a:blip r:embed="rId3"/>
          <a:stretch>
            <a:fillRect/>
          </a:stretch>
        </p:blipFill>
        <p:spPr>
          <a:xfrm>
            <a:off x="52178" y="1874192"/>
            <a:ext cx="6007727" cy="3459808"/>
          </a:xfrm>
          <a:prstGeom prst="rect">
            <a:avLst/>
          </a:prstGeom>
        </p:spPr>
      </p:pic>
      <p:pic>
        <p:nvPicPr>
          <p:cNvPr id="13" name="Picture 12">
            <a:extLst>
              <a:ext uri="{FF2B5EF4-FFF2-40B4-BE49-F238E27FC236}">
                <a16:creationId xmlns:a16="http://schemas.microsoft.com/office/drawing/2014/main" id="{2FA3325C-7400-72F1-15D3-4BE245B8AC95}"/>
              </a:ext>
            </a:extLst>
          </p:cNvPr>
          <p:cNvPicPr>
            <a:picLocks noChangeAspect="1"/>
          </p:cNvPicPr>
          <p:nvPr/>
        </p:nvPicPr>
        <p:blipFill>
          <a:blip r:embed="rId4"/>
          <a:stretch>
            <a:fillRect/>
          </a:stretch>
        </p:blipFill>
        <p:spPr>
          <a:xfrm>
            <a:off x="6390688" y="1874192"/>
            <a:ext cx="5766348" cy="3459808"/>
          </a:xfrm>
          <a:prstGeom prst="rect">
            <a:avLst/>
          </a:prstGeom>
        </p:spPr>
      </p:pic>
    </p:spTree>
    <p:extLst>
      <p:ext uri="{BB962C8B-B14F-4D97-AF65-F5344CB8AC3E}">
        <p14:creationId xmlns:p14="http://schemas.microsoft.com/office/powerpoint/2010/main" val="2683856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34974-8920-FCF2-4A68-10960E40120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7765D97-CA48-E1E5-CB0C-05315F5A3DD0}"/>
              </a:ext>
            </a:extLst>
          </p:cNvPr>
          <p:cNvSpPr txBox="1"/>
          <p:nvPr/>
        </p:nvSpPr>
        <p:spPr>
          <a:xfrm>
            <a:off x="2931779" y="228600"/>
            <a:ext cx="6328441" cy="1261884"/>
          </a:xfrm>
          <a:prstGeom prst="rect">
            <a:avLst/>
          </a:prstGeom>
          <a:noFill/>
        </p:spPr>
        <p:txBody>
          <a:bodyPr wrap="square" rtlCol="0">
            <a:spAutoFit/>
          </a:bodyPr>
          <a:lstStyle/>
          <a:p>
            <a:pPr algn="ctr"/>
            <a:r>
              <a:rPr lang="en-US" sz="4000" dirty="0"/>
              <a:t>General Learning Agents</a:t>
            </a:r>
            <a:br>
              <a:rPr lang="en-US" dirty="0"/>
            </a:br>
            <a:br>
              <a:rPr lang="en-US" dirty="0"/>
            </a:br>
            <a:endParaRPr lang="en-US" dirty="0"/>
          </a:p>
        </p:txBody>
      </p:sp>
      <p:pic>
        <p:nvPicPr>
          <p:cNvPr id="3" name="Picture 2">
            <a:extLst>
              <a:ext uri="{FF2B5EF4-FFF2-40B4-BE49-F238E27FC236}">
                <a16:creationId xmlns:a16="http://schemas.microsoft.com/office/drawing/2014/main" id="{F450AC55-957C-EEBD-D4DD-11760FAC8292}"/>
              </a:ext>
            </a:extLst>
          </p:cNvPr>
          <p:cNvPicPr>
            <a:picLocks noChangeAspect="1"/>
          </p:cNvPicPr>
          <p:nvPr/>
        </p:nvPicPr>
        <p:blipFill>
          <a:blip r:embed="rId3"/>
          <a:stretch>
            <a:fillRect/>
          </a:stretch>
        </p:blipFill>
        <p:spPr>
          <a:xfrm>
            <a:off x="1270949" y="1066800"/>
            <a:ext cx="9650102" cy="5342021"/>
          </a:xfrm>
          <a:prstGeom prst="rect">
            <a:avLst/>
          </a:prstGeom>
        </p:spPr>
      </p:pic>
    </p:spTree>
    <p:extLst>
      <p:ext uri="{BB962C8B-B14F-4D97-AF65-F5344CB8AC3E}">
        <p14:creationId xmlns:p14="http://schemas.microsoft.com/office/powerpoint/2010/main" val="1081996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267EB-9BF9-9A29-E1F4-E51C788B2A1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C51DECF-EF25-17B3-8A0A-8D5518F1034D}"/>
              </a:ext>
            </a:extLst>
          </p:cNvPr>
          <p:cNvSpPr txBox="1"/>
          <p:nvPr/>
        </p:nvSpPr>
        <p:spPr>
          <a:xfrm>
            <a:off x="2931779" y="228600"/>
            <a:ext cx="6328441" cy="1261884"/>
          </a:xfrm>
          <a:prstGeom prst="rect">
            <a:avLst/>
          </a:prstGeom>
          <a:noFill/>
        </p:spPr>
        <p:txBody>
          <a:bodyPr wrap="square" rtlCol="0">
            <a:spAutoFit/>
          </a:bodyPr>
          <a:lstStyle/>
          <a:p>
            <a:pPr algn="ctr"/>
            <a:r>
              <a:rPr lang="en-US" sz="4000" dirty="0"/>
              <a:t>Knowledge-Based Agents</a:t>
            </a:r>
            <a:br>
              <a:rPr lang="en-US" dirty="0"/>
            </a:br>
            <a:br>
              <a:rPr lang="en-US" dirty="0"/>
            </a:br>
            <a:endParaRPr lang="en-US" dirty="0"/>
          </a:p>
        </p:txBody>
      </p:sp>
      <p:pic>
        <p:nvPicPr>
          <p:cNvPr id="5" name="Picture 4">
            <a:extLst>
              <a:ext uri="{FF2B5EF4-FFF2-40B4-BE49-F238E27FC236}">
                <a16:creationId xmlns:a16="http://schemas.microsoft.com/office/drawing/2014/main" id="{4998F88F-D6E7-F10C-A16B-80CE7020F779}"/>
              </a:ext>
            </a:extLst>
          </p:cNvPr>
          <p:cNvPicPr>
            <a:picLocks noChangeAspect="1"/>
          </p:cNvPicPr>
          <p:nvPr/>
        </p:nvPicPr>
        <p:blipFill>
          <a:blip r:embed="rId3"/>
          <a:stretch>
            <a:fillRect/>
          </a:stretch>
        </p:blipFill>
        <p:spPr>
          <a:xfrm>
            <a:off x="1583738" y="963736"/>
            <a:ext cx="9024523" cy="5665664"/>
          </a:xfrm>
          <a:prstGeom prst="rect">
            <a:avLst/>
          </a:prstGeom>
        </p:spPr>
      </p:pic>
    </p:spTree>
    <p:extLst>
      <p:ext uri="{BB962C8B-B14F-4D97-AF65-F5344CB8AC3E}">
        <p14:creationId xmlns:p14="http://schemas.microsoft.com/office/powerpoint/2010/main" val="3244802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0ECBD-087C-7AFE-5911-73B673A7C7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E6C5DF-91F2-D121-3DEB-001CF0939871}"/>
              </a:ext>
            </a:extLst>
          </p:cNvPr>
          <p:cNvSpPr txBox="1"/>
          <p:nvPr/>
        </p:nvSpPr>
        <p:spPr>
          <a:xfrm>
            <a:off x="2931779" y="228600"/>
            <a:ext cx="6328441" cy="1261884"/>
          </a:xfrm>
          <a:prstGeom prst="rect">
            <a:avLst/>
          </a:prstGeom>
          <a:noFill/>
        </p:spPr>
        <p:txBody>
          <a:bodyPr wrap="square" rtlCol="0">
            <a:spAutoFit/>
          </a:bodyPr>
          <a:lstStyle/>
          <a:p>
            <a:pPr algn="ctr"/>
            <a:r>
              <a:rPr lang="en-US" sz="4000" dirty="0"/>
              <a:t>Knowledge-Based Agents</a:t>
            </a:r>
            <a:br>
              <a:rPr lang="en-US" dirty="0"/>
            </a:br>
            <a:br>
              <a:rPr lang="en-US" dirty="0"/>
            </a:br>
            <a:endParaRPr lang="en-US" dirty="0"/>
          </a:p>
        </p:txBody>
      </p:sp>
      <p:pic>
        <p:nvPicPr>
          <p:cNvPr id="3" name="Picture 2">
            <a:extLst>
              <a:ext uri="{FF2B5EF4-FFF2-40B4-BE49-F238E27FC236}">
                <a16:creationId xmlns:a16="http://schemas.microsoft.com/office/drawing/2014/main" id="{021BCE1A-F835-C6FA-DC12-FD79862F3254}"/>
              </a:ext>
            </a:extLst>
          </p:cNvPr>
          <p:cNvPicPr>
            <a:picLocks noChangeAspect="1"/>
          </p:cNvPicPr>
          <p:nvPr/>
        </p:nvPicPr>
        <p:blipFill>
          <a:blip r:embed="rId3"/>
          <a:stretch>
            <a:fillRect/>
          </a:stretch>
        </p:blipFill>
        <p:spPr>
          <a:xfrm>
            <a:off x="1168898" y="2714371"/>
            <a:ext cx="9854204" cy="1051599"/>
          </a:xfrm>
          <a:prstGeom prst="rect">
            <a:avLst/>
          </a:prstGeom>
        </p:spPr>
      </p:pic>
    </p:spTree>
    <p:extLst>
      <p:ext uri="{BB962C8B-B14F-4D97-AF65-F5344CB8AC3E}">
        <p14:creationId xmlns:p14="http://schemas.microsoft.com/office/powerpoint/2010/main" val="620569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E7852-6194-793F-5AA2-965685F7546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C1B346-A0FB-AF5F-B74F-BF9F92EE2A7C}"/>
              </a:ext>
            </a:extLst>
          </p:cNvPr>
          <p:cNvSpPr txBox="1"/>
          <p:nvPr/>
        </p:nvSpPr>
        <p:spPr>
          <a:xfrm>
            <a:off x="609600" y="220579"/>
            <a:ext cx="11277600" cy="1877437"/>
          </a:xfrm>
          <a:prstGeom prst="rect">
            <a:avLst/>
          </a:prstGeom>
          <a:noFill/>
        </p:spPr>
        <p:txBody>
          <a:bodyPr wrap="square" rtlCol="0">
            <a:spAutoFit/>
          </a:bodyPr>
          <a:lstStyle/>
          <a:p>
            <a:pPr algn="ctr"/>
            <a:r>
              <a:rPr lang="en-US" sz="4000" dirty="0"/>
              <a:t>Formulating Problems and Problem-Solving Agents </a:t>
            </a:r>
            <a:br>
              <a:rPr lang="en-US" dirty="0"/>
            </a:br>
            <a:br>
              <a:rPr lang="en-US" dirty="0"/>
            </a:br>
            <a:endParaRPr lang="en-US" dirty="0"/>
          </a:p>
        </p:txBody>
      </p:sp>
      <p:sp>
        <p:nvSpPr>
          <p:cNvPr id="6" name="TextBox 5">
            <a:extLst>
              <a:ext uri="{FF2B5EF4-FFF2-40B4-BE49-F238E27FC236}">
                <a16:creationId xmlns:a16="http://schemas.microsoft.com/office/drawing/2014/main" id="{4B2B0296-09F7-3DF9-333F-AF8152693DF6}"/>
              </a:ext>
            </a:extLst>
          </p:cNvPr>
          <p:cNvSpPr txBox="1"/>
          <p:nvPr/>
        </p:nvSpPr>
        <p:spPr>
          <a:xfrm>
            <a:off x="6271953" y="1905000"/>
            <a:ext cx="5900651" cy="3970318"/>
          </a:xfrm>
          <a:prstGeom prst="rect">
            <a:avLst/>
          </a:prstGeom>
          <a:noFill/>
        </p:spPr>
        <p:txBody>
          <a:bodyPr wrap="square">
            <a:spAutoFit/>
          </a:bodyPr>
          <a:lstStyle/>
          <a:p>
            <a:r>
              <a:rPr lang="en-US" b="1" i="1" dirty="0"/>
              <a:t>Problem-solving agents assume the problem environment is:</a:t>
            </a:r>
          </a:p>
          <a:p>
            <a:endParaRPr lang="en-US" dirty="0"/>
          </a:p>
          <a:p>
            <a:r>
              <a:rPr lang="en-US" dirty="0"/>
              <a:t>– </a:t>
            </a:r>
            <a:r>
              <a:rPr lang="en-US" b="1" dirty="0"/>
              <a:t>Observable:</a:t>
            </a:r>
            <a:r>
              <a:rPr lang="en-US" dirty="0"/>
              <a:t> Agent knows the current state.</a:t>
            </a:r>
          </a:p>
          <a:p>
            <a:endParaRPr lang="en-US" dirty="0"/>
          </a:p>
          <a:p>
            <a:r>
              <a:rPr lang="en-US" dirty="0"/>
              <a:t>– </a:t>
            </a:r>
            <a:r>
              <a:rPr lang="en-US" b="1" dirty="0"/>
              <a:t>Discrete:</a:t>
            </a:r>
            <a:r>
              <a:rPr lang="en-US" dirty="0"/>
              <a:t> Agent at a state only has finite number of actions to lead to next states.</a:t>
            </a:r>
          </a:p>
          <a:p>
            <a:endParaRPr lang="en-US" dirty="0"/>
          </a:p>
          <a:p>
            <a:r>
              <a:rPr lang="en-US" dirty="0"/>
              <a:t>– </a:t>
            </a:r>
            <a:r>
              <a:rPr lang="en-US" b="1" dirty="0"/>
              <a:t>Deterministic: </a:t>
            </a:r>
            <a:r>
              <a:rPr lang="en-US" dirty="0"/>
              <a:t>Agent can plan a sequence of actions such that each will lead to just one intermediate state.</a:t>
            </a:r>
          </a:p>
          <a:p>
            <a:endParaRPr lang="en-US" dirty="0"/>
          </a:p>
          <a:p>
            <a:r>
              <a:rPr lang="en-US" dirty="0"/>
              <a:t>– </a:t>
            </a:r>
            <a:r>
              <a:rPr lang="en-US" b="1" dirty="0"/>
              <a:t>Static: T</a:t>
            </a:r>
            <a:r>
              <a:rPr lang="en-US" dirty="0"/>
              <a:t>he environment would not change unless the agent changes it. </a:t>
            </a:r>
          </a:p>
        </p:txBody>
      </p:sp>
      <p:sp>
        <p:nvSpPr>
          <p:cNvPr id="8" name="TextBox 7">
            <a:extLst>
              <a:ext uri="{FF2B5EF4-FFF2-40B4-BE49-F238E27FC236}">
                <a16:creationId xmlns:a16="http://schemas.microsoft.com/office/drawing/2014/main" id="{A18D7CD8-F9CA-5859-3632-A3327922AF72}"/>
              </a:ext>
            </a:extLst>
          </p:cNvPr>
          <p:cNvSpPr txBox="1"/>
          <p:nvPr/>
        </p:nvSpPr>
        <p:spPr>
          <a:xfrm>
            <a:off x="19396" y="1720840"/>
            <a:ext cx="6093228" cy="4801314"/>
          </a:xfrm>
          <a:prstGeom prst="rect">
            <a:avLst/>
          </a:prstGeom>
          <a:noFill/>
        </p:spPr>
        <p:txBody>
          <a:bodyPr wrap="square">
            <a:spAutoFit/>
          </a:bodyPr>
          <a:lstStyle/>
          <a:p>
            <a:endParaRPr lang="en-US" b="1" dirty="0"/>
          </a:p>
          <a:p>
            <a:r>
              <a:rPr lang="en-US" b="1" i="1" dirty="0"/>
              <a:t>Well-defined Problems</a:t>
            </a:r>
          </a:p>
          <a:p>
            <a:endParaRPr lang="en-US" b="1" i="1" dirty="0"/>
          </a:p>
          <a:p>
            <a:r>
              <a:rPr lang="en-US" dirty="0"/>
              <a:t>– </a:t>
            </a:r>
            <a:r>
              <a:rPr lang="en-US" b="1" dirty="0"/>
              <a:t>Initial state: </a:t>
            </a:r>
            <a:r>
              <a:rPr lang="en-US" dirty="0"/>
              <a:t>The agent starts from.</a:t>
            </a:r>
          </a:p>
          <a:p>
            <a:endParaRPr lang="en-US" dirty="0"/>
          </a:p>
          <a:p>
            <a:r>
              <a:rPr lang="en-US" dirty="0"/>
              <a:t>– </a:t>
            </a:r>
            <a:r>
              <a:rPr lang="en-US" b="1" dirty="0"/>
              <a:t>Possible actions: </a:t>
            </a:r>
            <a:r>
              <a:rPr lang="en-US" dirty="0"/>
              <a:t>Actions available to the agent. At a particular state, all possible actions are called applicable actions. </a:t>
            </a:r>
          </a:p>
          <a:p>
            <a:endParaRPr lang="en-US" dirty="0"/>
          </a:p>
          <a:p>
            <a:r>
              <a:rPr lang="en-US" dirty="0"/>
              <a:t>– </a:t>
            </a:r>
            <a:r>
              <a:rPr lang="en-US" b="1" dirty="0"/>
              <a:t>Successor Function: </a:t>
            </a:r>
            <a:r>
              <a:rPr lang="en-US" dirty="0"/>
              <a:t>What outcome each action does?</a:t>
            </a:r>
          </a:p>
          <a:p>
            <a:endParaRPr lang="en-US" dirty="0"/>
          </a:p>
          <a:p>
            <a:r>
              <a:rPr lang="en-US" dirty="0"/>
              <a:t>– </a:t>
            </a:r>
            <a:r>
              <a:rPr lang="en-US" b="1" dirty="0"/>
              <a:t>Goal test: </a:t>
            </a:r>
            <a:r>
              <a:rPr lang="en-US" dirty="0"/>
              <a:t>Determines a given state is a goal state or not.</a:t>
            </a:r>
          </a:p>
          <a:p>
            <a:endParaRPr lang="en-US" dirty="0"/>
          </a:p>
          <a:p>
            <a:r>
              <a:rPr lang="en-US" dirty="0"/>
              <a:t>– </a:t>
            </a:r>
            <a:r>
              <a:rPr lang="en-US" b="1" dirty="0"/>
              <a:t>Path cost: </a:t>
            </a:r>
            <a:r>
              <a:rPr lang="en-US" dirty="0"/>
              <a:t>A numeric cost to each path. For example, the distance accumulated so far from the initial state.</a:t>
            </a:r>
          </a:p>
        </p:txBody>
      </p:sp>
    </p:spTree>
    <p:extLst>
      <p:ext uri="{BB962C8B-B14F-4D97-AF65-F5344CB8AC3E}">
        <p14:creationId xmlns:p14="http://schemas.microsoft.com/office/powerpoint/2010/main" val="484173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B70A1-C19C-595A-EB7E-6CBA58A7981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01E4A4-81D7-64EF-2236-F5FEAB80B99C}"/>
              </a:ext>
            </a:extLst>
          </p:cNvPr>
          <p:cNvSpPr txBox="1"/>
          <p:nvPr/>
        </p:nvSpPr>
        <p:spPr>
          <a:xfrm>
            <a:off x="2131679" y="228600"/>
            <a:ext cx="7928641" cy="1261884"/>
          </a:xfrm>
          <a:prstGeom prst="rect">
            <a:avLst/>
          </a:prstGeom>
          <a:noFill/>
        </p:spPr>
        <p:txBody>
          <a:bodyPr wrap="square" rtlCol="0">
            <a:spAutoFit/>
          </a:bodyPr>
          <a:lstStyle/>
          <a:p>
            <a:pPr algn="ctr"/>
            <a:r>
              <a:rPr lang="en-US" sz="4000" dirty="0"/>
              <a:t>Uninformed Search</a:t>
            </a:r>
            <a:br>
              <a:rPr lang="en-US" dirty="0"/>
            </a:br>
            <a:br>
              <a:rPr lang="en-US" dirty="0"/>
            </a:br>
            <a:endParaRPr lang="en-US" dirty="0"/>
          </a:p>
        </p:txBody>
      </p:sp>
      <p:sp>
        <p:nvSpPr>
          <p:cNvPr id="3" name="TextBox 2">
            <a:extLst>
              <a:ext uri="{FF2B5EF4-FFF2-40B4-BE49-F238E27FC236}">
                <a16:creationId xmlns:a16="http://schemas.microsoft.com/office/drawing/2014/main" id="{33ED9784-249D-5F31-6E8A-1A6D9D5CA3A4}"/>
              </a:ext>
            </a:extLst>
          </p:cNvPr>
          <p:cNvSpPr txBox="1"/>
          <p:nvPr/>
        </p:nvSpPr>
        <p:spPr>
          <a:xfrm>
            <a:off x="684257" y="1905000"/>
            <a:ext cx="10823486" cy="4524315"/>
          </a:xfrm>
          <a:prstGeom prst="rect">
            <a:avLst/>
          </a:prstGeom>
          <a:noFill/>
        </p:spPr>
        <p:txBody>
          <a:bodyPr wrap="square">
            <a:spAutoFit/>
          </a:bodyPr>
          <a:lstStyle/>
          <a:p>
            <a:r>
              <a:rPr lang="en-US" sz="3200" dirty="0"/>
              <a:t>Uninformed strategies uses only the information available in the problem definition. Also known as blind searching.</a:t>
            </a:r>
          </a:p>
          <a:p>
            <a:endParaRPr lang="en-US" sz="3200" dirty="0"/>
          </a:p>
          <a:p>
            <a:r>
              <a:rPr lang="en-US" sz="3200" dirty="0"/>
              <a:t>– Breadth-first search</a:t>
            </a:r>
          </a:p>
          <a:p>
            <a:r>
              <a:rPr lang="en-US" sz="3200" dirty="0"/>
              <a:t>– Uniform-cost search</a:t>
            </a:r>
          </a:p>
          <a:p>
            <a:r>
              <a:rPr lang="en-US" sz="3200" dirty="0"/>
              <a:t>– Depth-first search</a:t>
            </a:r>
          </a:p>
          <a:p>
            <a:r>
              <a:rPr lang="en-US" sz="3200" dirty="0"/>
              <a:t>– Depth-limited search</a:t>
            </a:r>
          </a:p>
          <a:p>
            <a:r>
              <a:rPr lang="en-US" sz="3200" dirty="0"/>
              <a:t>– Iterative deepening search</a:t>
            </a:r>
          </a:p>
        </p:txBody>
      </p:sp>
    </p:spTree>
    <p:extLst>
      <p:ext uri="{BB962C8B-B14F-4D97-AF65-F5344CB8AC3E}">
        <p14:creationId xmlns:p14="http://schemas.microsoft.com/office/powerpoint/2010/main" val="1381242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79726-C431-1173-E24F-73C1390A08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1D0242-2483-5CB1-AD2C-B115D45FBD7B}"/>
              </a:ext>
            </a:extLst>
          </p:cNvPr>
          <p:cNvSpPr txBox="1"/>
          <p:nvPr/>
        </p:nvSpPr>
        <p:spPr>
          <a:xfrm>
            <a:off x="2131679" y="228600"/>
            <a:ext cx="7928641" cy="1261884"/>
          </a:xfrm>
          <a:prstGeom prst="rect">
            <a:avLst/>
          </a:prstGeom>
          <a:noFill/>
        </p:spPr>
        <p:txBody>
          <a:bodyPr wrap="square" rtlCol="0">
            <a:spAutoFit/>
          </a:bodyPr>
          <a:lstStyle/>
          <a:p>
            <a:pPr algn="ctr"/>
            <a:r>
              <a:rPr lang="en-US" sz="4000" dirty="0"/>
              <a:t>Breadth-First Search</a:t>
            </a:r>
            <a:br>
              <a:rPr lang="en-US" dirty="0"/>
            </a:br>
            <a:br>
              <a:rPr lang="en-US" dirty="0"/>
            </a:br>
            <a:endParaRPr lang="en-US" dirty="0"/>
          </a:p>
        </p:txBody>
      </p:sp>
      <p:pic>
        <p:nvPicPr>
          <p:cNvPr id="5" name="Picture 4">
            <a:extLst>
              <a:ext uri="{FF2B5EF4-FFF2-40B4-BE49-F238E27FC236}">
                <a16:creationId xmlns:a16="http://schemas.microsoft.com/office/drawing/2014/main" id="{4F9657AB-4034-848C-F685-F4A63C8839FE}"/>
              </a:ext>
            </a:extLst>
          </p:cNvPr>
          <p:cNvPicPr>
            <a:picLocks noChangeAspect="1"/>
          </p:cNvPicPr>
          <p:nvPr/>
        </p:nvPicPr>
        <p:blipFill>
          <a:blip r:embed="rId3"/>
          <a:stretch>
            <a:fillRect/>
          </a:stretch>
        </p:blipFill>
        <p:spPr>
          <a:xfrm>
            <a:off x="157940" y="1928738"/>
            <a:ext cx="11876119" cy="3000524"/>
          </a:xfrm>
          <a:prstGeom prst="rect">
            <a:avLst/>
          </a:prstGeom>
        </p:spPr>
      </p:pic>
    </p:spTree>
    <p:extLst>
      <p:ext uri="{BB962C8B-B14F-4D97-AF65-F5344CB8AC3E}">
        <p14:creationId xmlns:p14="http://schemas.microsoft.com/office/powerpoint/2010/main" val="1694416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548BE-E7A5-E0AD-5F43-732051C8E2E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FDCF7B6-E39B-E351-B20F-0F618618F3A0}"/>
              </a:ext>
            </a:extLst>
          </p:cNvPr>
          <p:cNvSpPr txBox="1"/>
          <p:nvPr/>
        </p:nvSpPr>
        <p:spPr>
          <a:xfrm>
            <a:off x="2131679" y="228600"/>
            <a:ext cx="7928641" cy="1261884"/>
          </a:xfrm>
          <a:prstGeom prst="rect">
            <a:avLst/>
          </a:prstGeom>
          <a:noFill/>
        </p:spPr>
        <p:txBody>
          <a:bodyPr wrap="square" rtlCol="0">
            <a:spAutoFit/>
          </a:bodyPr>
          <a:lstStyle/>
          <a:p>
            <a:pPr algn="ctr"/>
            <a:r>
              <a:rPr lang="en-US" sz="4000" dirty="0"/>
              <a:t>Depth-First Search</a:t>
            </a:r>
            <a:br>
              <a:rPr lang="en-US" dirty="0"/>
            </a:br>
            <a:br>
              <a:rPr lang="en-US" dirty="0"/>
            </a:br>
            <a:endParaRPr lang="en-US" dirty="0"/>
          </a:p>
        </p:txBody>
      </p:sp>
      <p:pic>
        <p:nvPicPr>
          <p:cNvPr id="6" name="Picture 5">
            <a:extLst>
              <a:ext uri="{FF2B5EF4-FFF2-40B4-BE49-F238E27FC236}">
                <a16:creationId xmlns:a16="http://schemas.microsoft.com/office/drawing/2014/main" id="{9AD77E3C-9D78-8C04-AA91-21E05447EB4B}"/>
              </a:ext>
            </a:extLst>
          </p:cNvPr>
          <p:cNvPicPr>
            <a:picLocks noChangeAspect="1"/>
          </p:cNvPicPr>
          <p:nvPr/>
        </p:nvPicPr>
        <p:blipFill>
          <a:blip r:embed="rId3"/>
          <a:stretch>
            <a:fillRect/>
          </a:stretch>
        </p:blipFill>
        <p:spPr>
          <a:xfrm>
            <a:off x="2971799" y="893928"/>
            <a:ext cx="6248400" cy="5735472"/>
          </a:xfrm>
          <a:prstGeom prst="rect">
            <a:avLst/>
          </a:prstGeom>
        </p:spPr>
      </p:pic>
    </p:spTree>
    <p:extLst>
      <p:ext uri="{BB962C8B-B14F-4D97-AF65-F5344CB8AC3E}">
        <p14:creationId xmlns:p14="http://schemas.microsoft.com/office/powerpoint/2010/main" val="1140041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8C057-1CFD-88E9-4186-6A788F747E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397C10B-41B4-C5E3-028E-8DFF5874AA93}"/>
              </a:ext>
            </a:extLst>
          </p:cNvPr>
          <p:cNvSpPr txBox="1"/>
          <p:nvPr/>
        </p:nvSpPr>
        <p:spPr>
          <a:xfrm>
            <a:off x="2131679" y="228600"/>
            <a:ext cx="7928641" cy="1261884"/>
          </a:xfrm>
          <a:prstGeom prst="rect">
            <a:avLst/>
          </a:prstGeom>
          <a:noFill/>
        </p:spPr>
        <p:txBody>
          <a:bodyPr wrap="square" rtlCol="0">
            <a:spAutoFit/>
          </a:bodyPr>
          <a:lstStyle/>
          <a:p>
            <a:pPr algn="ctr"/>
            <a:r>
              <a:rPr lang="en-US" sz="4000" dirty="0"/>
              <a:t>Iterative Deepening Search</a:t>
            </a:r>
            <a:br>
              <a:rPr lang="en-US" dirty="0"/>
            </a:br>
            <a:br>
              <a:rPr lang="en-US" dirty="0"/>
            </a:br>
            <a:endParaRPr lang="en-US" dirty="0"/>
          </a:p>
        </p:txBody>
      </p:sp>
      <p:pic>
        <p:nvPicPr>
          <p:cNvPr id="5" name="Picture 4">
            <a:extLst>
              <a:ext uri="{FF2B5EF4-FFF2-40B4-BE49-F238E27FC236}">
                <a16:creationId xmlns:a16="http://schemas.microsoft.com/office/drawing/2014/main" id="{6CEEE958-02F1-93FF-4598-3B9648BFB4AC}"/>
              </a:ext>
            </a:extLst>
          </p:cNvPr>
          <p:cNvPicPr>
            <a:picLocks noChangeAspect="1"/>
          </p:cNvPicPr>
          <p:nvPr/>
        </p:nvPicPr>
        <p:blipFill>
          <a:blip r:embed="rId3"/>
          <a:stretch>
            <a:fillRect/>
          </a:stretch>
        </p:blipFill>
        <p:spPr>
          <a:xfrm>
            <a:off x="3219449" y="1040322"/>
            <a:ext cx="5753101" cy="5795907"/>
          </a:xfrm>
          <a:prstGeom prst="rect">
            <a:avLst/>
          </a:prstGeom>
        </p:spPr>
      </p:pic>
    </p:spTree>
    <p:extLst>
      <p:ext uri="{BB962C8B-B14F-4D97-AF65-F5344CB8AC3E}">
        <p14:creationId xmlns:p14="http://schemas.microsoft.com/office/powerpoint/2010/main" val="4212783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ED121-7AAC-F0EA-3187-0EFC280465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ADE3607-1D2A-B3CB-3258-D0098F23A1BA}"/>
              </a:ext>
            </a:extLst>
          </p:cNvPr>
          <p:cNvSpPr txBox="1"/>
          <p:nvPr/>
        </p:nvSpPr>
        <p:spPr>
          <a:xfrm>
            <a:off x="0" y="152400"/>
            <a:ext cx="12192000" cy="1261884"/>
          </a:xfrm>
          <a:prstGeom prst="rect">
            <a:avLst/>
          </a:prstGeom>
          <a:noFill/>
        </p:spPr>
        <p:txBody>
          <a:bodyPr wrap="square" rtlCol="0">
            <a:spAutoFit/>
          </a:bodyPr>
          <a:lstStyle/>
          <a:p>
            <a:pPr algn="ctr"/>
            <a:r>
              <a:rPr lang="en-US" sz="4000" dirty="0"/>
              <a:t>Measurements for Problem Solving Performance</a:t>
            </a:r>
            <a:br>
              <a:rPr lang="en-US" dirty="0"/>
            </a:br>
            <a:br>
              <a:rPr lang="en-US" dirty="0"/>
            </a:br>
            <a:endParaRPr lang="en-US" dirty="0"/>
          </a:p>
        </p:txBody>
      </p:sp>
      <p:pic>
        <p:nvPicPr>
          <p:cNvPr id="6" name="Picture 5">
            <a:extLst>
              <a:ext uri="{FF2B5EF4-FFF2-40B4-BE49-F238E27FC236}">
                <a16:creationId xmlns:a16="http://schemas.microsoft.com/office/drawing/2014/main" id="{74FA721C-12B7-1727-71A3-4C0356B39274}"/>
              </a:ext>
            </a:extLst>
          </p:cNvPr>
          <p:cNvPicPr>
            <a:picLocks noChangeAspect="1"/>
          </p:cNvPicPr>
          <p:nvPr/>
        </p:nvPicPr>
        <p:blipFill>
          <a:blip r:embed="rId3"/>
          <a:stretch>
            <a:fillRect/>
          </a:stretch>
        </p:blipFill>
        <p:spPr>
          <a:xfrm>
            <a:off x="555866" y="1937227"/>
            <a:ext cx="11080267" cy="2983545"/>
          </a:xfrm>
          <a:prstGeom prst="rect">
            <a:avLst/>
          </a:prstGeom>
        </p:spPr>
      </p:pic>
    </p:spTree>
    <p:extLst>
      <p:ext uri="{BB962C8B-B14F-4D97-AF65-F5344CB8AC3E}">
        <p14:creationId xmlns:p14="http://schemas.microsoft.com/office/powerpoint/2010/main" val="3038572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488AA-0368-3950-2867-86636E3B7C2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9B259F7-2F50-6C7E-3C8C-C0FB66F1581E}"/>
              </a:ext>
            </a:extLst>
          </p:cNvPr>
          <p:cNvSpPr txBox="1"/>
          <p:nvPr/>
        </p:nvSpPr>
        <p:spPr>
          <a:xfrm>
            <a:off x="0" y="152400"/>
            <a:ext cx="12192000" cy="1261884"/>
          </a:xfrm>
          <a:prstGeom prst="rect">
            <a:avLst/>
          </a:prstGeom>
          <a:noFill/>
        </p:spPr>
        <p:txBody>
          <a:bodyPr wrap="square" rtlCol="0">
            <a:spAutoFit/>
          </a:bodyPr>
          <a:lstStyle/>
          <a:p>
            <a:pPr algn="ctr"/>
            <a:r>
              <a:rPr lang="en-US" sz="4000" dirty="0"/>
              <a:t>Informed (Heuristic) Search</a:t>
            </a:r>
            <a:br>
              <a:rPr lang="en-US" dirty="0"/>
            </a:br>
            <a:br>
              <a:rPr lang="en-US" dirty="0"/>
            </a:br>
            <a:endParaRPr lang="en-US" dirty="0"/>
          </a:p>
        </p:txBody>
      </p:sp>
      <p:sp>
        <p:nvSpPr>
          <p:cNvPr id="3" name="TextBox 2">
            <a:extLst>
              <a:ext uri="{FF2B5EF4-FFF2-40B4-BE49-F238E27FC236}">
                <a16:creationId xmlns:a16="http://schemas.microsoft.com/office/drawing/2014/main" id="{79DBD3FE-D253-6CA9-CD75-9C9D83E90C61}"/>
              </a:ext>
            </a:extLst>
          </p:cNvPr>
          <p:cNvSpPr txBox="1"/>
          <p:nvPr/>
        </p:nvSpPr>
        <p:spPr>
          <a:xfrm>
            <a:off x="585107" y="1414284"/>
            <a:ext cx="11021785" cy="3046988"/>
          </a:xfrm>
          <a:prstGeom prst="rect">
            <a:avLst/>
          </a:prstGeom>
          <a:noFill/>
        </p:spPr>
        <p:txBody>
          <a:bodyPr wrap="square">
            <a:spAutoFit/>
          </a:bodyPr>
          <a:lstStyle/>
          <a:p>
            <a:r>
              <a:rPr lang="en-US" sz="3200" dirty="0"/>
              <a:t>Informed Search uses problem-specific knowledge beyond the definition of the problem .</a:t>
            </a:r>
          </a:p>
          <a:p>
            <a:endParaRPr lang="en-US" sz="3200" dirty="0"/>
          </a:p>
          <a:p>
            <a:pPr marL="457200" indent="-457200">
              <a:buFont typeface="Arial" panose="020B0604020202020204" pitchFamily="34" charset="0"/>
              <a:buChar char="•"/>
            </a:pPr>
            <a:r>
              <a:rPr lang="en-US" sz="3200" dirty="0"/>
              <a:t>Greedy search {f(n) = h(n)}</a:t>
            </a:r>
          </a:p>
          <a:p>
            <a:pPr marL="457200" indent="-457200">
              <a:buFont typeface="Arial" panose="020B0604020202020204" pitchFamily="34" charset="0"/>
              <a:buChar char="•"/>
            </a:pPr>
            <a:r>
              <a:rPr lang="en-US" sz="3200" dirty="0"/>
              <a:t>A* search {f(n) = g(n) + h(n)}</a:t>
            </a:r>
          </a:p>
          <a:p>
            <a:r>
              <a:rPr lang="en-US" sz="3200" dirty="0"/>
              <a:t> </a:t>
            </a:r>
          </a:p>
        </p:txBody>
      </p:sp>
    </p:spTree>
    <p:extLst>
      <p:ext uri="{BB962C8B-B14F-4D97-AF65-F5344CB8AC3E}">
        <p14:creationId xmlns:p14="http://schemas.microsoft.com/office/powerpoint/2010/main" val="2734888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60F8B7C-CE5B-2277-10C6-FD4A18ABA4D9}"/>
              </a:ext>
            </a:extLst>
          </p:cNvPr>
          <p:cNvSpPr txBox="1"/>
          <p:nvPr/>
        </p:nvSpPr>
        <p:spPr>
          <a:xfrm>
            <a:off x="3749090" y="228600"/>
            <a:ext cx="4693818" cy="984885"/>
          </a:xfrm>
          <a:prstGeom prst="rect">
            <a:avLst/>
          </a:prstGeom>
          <a:noFill/>
        </p:spPr>
        <p:txBody>
          <a:bodyPr wrap="square" rtlCol="0">
            <a:spAutoFit/>
          </a:bodyPr>
          <a:lstStyle/>
          <a:p>
            <a:pPr algn="ctr"/>
            <a:r>
              <a:rPr lang="en-US" sz="4000" dirty="0"/>
              <a:t>Future Modules</a:t>
            </a:r>
            <a:br>
              <a:rPr lang="en-US" dirty="0"/>
            </a:br>
            <a:endParaRPr lang="en-US" dirty="0"/>
          </a:p>
        </p:txBody>
      </p:sp>
      <p:pic>
        <p:nvPicPr>
          <p:cNvPr id="5" name="Picture 4">
            <a:extLst>
              <a:ext uri="{FF2B5EF4-FFF2-40B4-BE49-F238E27FC236}">
                <a16:creationId xmlns:a16="http://schemas.microsoft.com/office/drawing/2014/main" id="{4DDD1352-639D-CAAA-DFE1-0729EC3CDE59}"/>
              </a:ext>
            </a:extLst>
          </p:cNvPr>
          <p:cNvPicPr>
            <a:picLocks noChangeAspect="1"/>
          </p:cNvPicPr>
          <p:nvPr/>
        </p:nvPicPr>
        <p:blipFill>
          <a:blip r:embed="rId3"/>
          <a:stretch>
            <a:fillRect/>
          </a:stretch>
        </p:blipFill>
        <p:spPr>
          <a:xfrm>
            <a:off x="1041147" y="1014539"/>
            <a:ext cx="10109705" cy="5843461"/>
          </a:xfrm>
          <a:prstGeom prst="rect">
            <a:avLst/>
          </a:prstGeom>
        </p:spPr>
      </p:pic>
    </p:spTree>
    <p:extLst>
      <p:ext uri="{BB962C8B-B14F-4D97-AF65-F5344CB8AC3E}">
        <p14:creationId xmlns:p14="http://schemas.microsoft.com/office/powerpoint/2010/main" val="571981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F5D4B-65DC-EC76-90AD-3C218033D3BC}"/>
              </a:ext>
            </a:extLst>
          </p:cNvPr>
          <p:cNvSpPr>
            <a:spLocks noGrp="1"/>
          </p:cNvSpPr>
          <p:nvPr>
            <p:ph type="title"/>
          </p:nvPr>
        </p:nvSpPr>
        <p:spPr>
          <a:xfrm>
            <a:off x="4752300" y="2762250"/>
            <a:ext cx="2687400" cy="1333500"/>
          </a:xfrm>
        </p:spPr>
        <p:txBody>
          <a:bodyPr/>
          <a:lstStyle/>
          <a:p>
            <a:r>
              <a:rPr lang="en-US" dirty="0"/>
              <a:t>End</a:t>
            </a:r>
          </a:p>
        </p:txBody>
      </p:sp>
    </p:spTree>
    <p:extLst>
      <p:ext uri="{BB962C8B-B14F-4D97-AF65-F5344CB8AC3E}">
        <p14:creationId xmlns:p14="http://schemas.microsoft.com/office/powerpoint/2010/main" val="3830981560"/>
      </p:ext>
    </p:extLst>
  </p:cSld>
  <p:clrMapOvr>
    <a:masterClrMapping/>
  </p:clrMapOvr>
</p:sld>
</file>

<file path=ppt/theme/theme1.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E2E911A2-2017-41E4-8340-9C55208FC2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533346F-C811-4404-B626-0E7631B21215}">
  <ds:schemaRefs>
    <ds:schemaRef ds:uri="http://schemas.microsoft.com/sharepoint/v3/contenttype/forms"/>
  </ds:schemaRefs>
</ds:datastoreItem>
</file>

<file path=customXml/itemProps3.xml><?xml version="1.0" encoding="utf-8"?>
<ds:datastoreItem xmlns:ds="http://schemas.openxmlformats.org/officeDocument/2006/customXml" ds:itemID="{0DA384A2-DC2C-4578-B8CE-512657D68B3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{02CE0714-151D-4541-87BB-4E316A68C330}977d9fe9-4445-4c48-bc9c-1fe8e23d557c-TF7d956844-ebdd-4ca4-b538-a1bcfc9ad3f053165620_win32</Template>
  <TotalTime>0</TotalTime>
  <Words>3139</Words>
  <Application>Microsoft Office PowerPoint</Application>
  <PresentationFormat>Widescreen</PresentationFormat>
  <Paragraphs>223</Paragraphs>
  <Slides>18</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Neue Haas Grotesk Text Pro</vt:lpstr>
      <vt:lpstr>Wingdings</vt:lpstr>
      <vt:lpstr>Oasis</vt:lpstr>
      <vt:lpstr>Artificial Intelligence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Gregory Wagonblast</dc:creator>
  <cp:lastModifiedBy>Gregory Wagonblast</cp:lastModifiedBy>
  <cp:revision>32</cp:revision>
  <dcterms:created xsi:type="dcterms:W3CDTF">2026-06-05T14:52:18Z</dcterms:created>
  <dcterms:modified xsi:type="dcterms:W3CDTF">2026-06-26T18:34:03Z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