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1"/>
  </p:notesMasterIdLst>
  <p:sldIdLst>
    <p:sldId id="256" r:id="rId5"/>
    <p:sldId id="257" r:id="rId6"/>
    <p:sldId id="273" r:id="rId7"/>
    <p:sldId id="272" r:id="rId8"/>
    <p:sldId id="270" r:id="rId9"/>
    <p:sldId id="274" r:id="rId10"/>
    <p:sldId id="271" r:id="rId11"/>
    <p:sldId id="275" r:id="rId12"/>
    <p:sldId id="276" r:id="rId13"/>
    <p:sldId id="277" r:id="rId14"/>
    <p:sldId id="278" r:id="rId15"/>
    <p:sldId id="279" r:id="rId16"/>
    <p:sldId id="280" r:id="rId17"/>
    <p:sldId id="281" r:id="rId18"/>
    <p:sldId id="282" r:id="rId19"/>
    <p:sldId id="26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58693" autoAdjust="0"/>
  </p:normalViewPr>
  <p:slideViewPr>
    <p:cSldViewPr>
      <p:cViewPr varScale="1">
        <p:scale>
          <a:sx n="48" d="100"/>
          <a:sy n="48" d="100"/>
        </p:scale>
        <p:origin x="2030" y="53"/>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E66CB0-D60F-4BE5-83D4-0DD72108AD14}" type="datetimeFigureOut">
              <a:rPr lang="en-US" smtClean="0"/>
              <a:t>6/19/2026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CF031E-D17A-4139-B770-A41292C01C8F}" type="slidenum">
              <a:rPr lang="en-US" smtClean="0"/>
              <a:t>‹#›</a:t>
            </a:fld>
            <a:endParaRPr lang="en-US"/>
          </a:p>
        </p:txBody>
      </p:sp>
    </p:spTree>
    <p:extLst>
      <p:ext uri="{BB962C8B-B14F-4D97-AF65-F5344CB8AC3E}">
        <p14:creationId xmlns:p14="http://schemas.microsoft.com/office/powerpoint/2010/main" val="1402829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esa.int/Applications/Observing_the_Earth/Copernicus/Sentinel-3" TargetMode="External"/><Relationship Id="rId2" Type="http://schemas.openxmlformats.org/officeDocument/2006/relationships/slide" Target="../slides/slide1.xml"/><Relationship Id="rId1" Type="http://schemas.openxmlformats.org/officeDocument/2006/relationships/notesMaster" Target="../notesMasters/notesMaster1.xml"/><Relationship Id="rId4" Type="http://schemas.openxmlformats.org/officeDocument/2006/relationships/hyperlink" Target="https://www.esa.int/ESA_Multimedia/Sets/Earth_from_Space_image_collection/(result_type)/images"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Earth from Space: Southern Tip of Florida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image, captured by the </a:t>
            </a:r>
            <a:r>
              <a:rPr lang="en-US" sz="1200" b="0" i="0" u="none" strike="noStrike" kern="1200" dirty="0">
                <a:solidFill>
                  <a:schemeClr val="tx1"/>
                </a:solidFill>
                <a:effectLst/>
                <a:latin typeface="+mn-lt"/>
                <a:ea typeface="+mn-ea"/>
                <a:cs typeface="+mn-cs"/>
                <a:hlinkClick r:id="rId3"/>
              </a:rPr>
              <a:t>Copernicus Sentinel-3 mission</a:t>
            </a:r>
            <a:r>
              <a:rPr lang="en-US" sz="1200" b="0" i="0" kern="1200" dirty="0">
                <a:solidFill>
                  <a:schemeClr val="tx1"/>
                </a:solidFill>
                <a:effectLst/>
                <a:latin typeface="+mn-lt"/>
                <a:ea typeface="+mn-ea"/>
                <a:cs typeface="+mn-cs"/>
              </a:rPr>
              <a:t>, shows at the top the southern tip of Florida, the circular Lake Okeechobee down through the Everglades and the curved archipelago of islands known as the Florida Keys all the way to Key West. The surrounding turquoise and deep-blue waters create a striking reminder of the beauty and diversity of our planet, making this a fitting scene to celebrate a thousand views of Earth from space.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At the bottom of the image lies Cuba, partially veiled by clouds. The darker cloud-free area along the island’s southern coast is the Zapata Swamp, Cuba’s largest wetland, spanning the Zapata Peninsula and surrounding the Bay of Pigs. The peninsula stretches into the turquoise waters of the Gulf of </a:t>
            </a:r>
            <a:r>
              <a:rPr lang="en-US" sz="1200" b="0" i="0" kern="1200" dirty="0" err="1">
                <a:solidFill>
                  <a:schemeClr val="tx1"/>
                </a:solidFill>
                <a:effectLst/>
                <a:latin typeface="+mn-lt"/>
                <a:ea typeface="+mn-ea"/>
                <a:cs typeface="+mn-cs"/>
              </a:rPr>
              <a:t>Batabanò</a:t>
            </a:r>
            <a:r>
              <a:rPr lang="en-US" sz="1200" b="0" i="0" kern="1200" dirty="0">
                <a:solidFill>
                  <a:schemeClr val="tx1"/>
                </a:solidFill>
                <a:effectLst/>
                <a:latin typeface="+mn-lt"/>
                <a:ea typeface="+mn-ea"/>
                <a:cs typeface="+mn-cs"/>
              </a:rPr>
              <a:t>, which separates the Cuban mainland from the circular Isla de la Juventud.</a:t>
            </a:r>
          </a:p>
          <a:p>
            <a:r>
              <a:rPr lang="en-US" sz="1200" b="0" i="0" kern="1200" dirty="0">
                <a:solidFill>
                  <a:schemeClr val="tx1"/>
                </a:solidFill>
                <a:effectLst/>
                <a:latin typeface="+mn-lt"/>
                <a:ea typeface="+mn-ea"/>
                <a:cs typeface="+mn-cs"/>
              </a:rPr>
              <a:t>Between Florida and Cuba is the Cay Sal bank, appearing as a small area of turquoise water in the dark blue Straits of Florida.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To the east, we can see the Bahamas, which consist of a chain of islands and shallow-water banks. The largest island, Andros, lies on the eastern edge of the Great Bahama Bank, a shallow-submerged water platform. The contrast between the bank’s shallow green and turquoise waters and the darker Atlantic waters clearly marks the abrupt transition to deeper waters.</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European Space Agency. (n.d.). </a:t>
            </a:r>
            <a:r>
              <a:rPr lang="en-US" i="1" dirty="0"/>
              <a:t>Earth from space: Southern Tip of Florida</a:t>
            </a:r>
            <a:r>
              <a:rPr lang="en-US" dirty="0"/>
              <a:t>. </a:t>
            </a:r>
            <a:r>
              <a:rPr lang="en-US" dirty="0">
                <a:hlinkClick r:id="rId4"/>
              </a:rPr>
              <a:t>ESA - Earth from Space image collection</a:t>
            </a:r>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a:t>
            </a:fld>
            <a:endParaRPr lang="en-US"/>
          </a:p>
        </p:txBody>
      </p:sp>
    </p:spTree>
    <p:extLst>
      <p:ext uri="{BB962C8B-B14F-4D97-AF65-F5344CB8AC3E}">
        <p14:creationId xmlns:p14="http://schemas.microsoft.com/office/powerpoint/2010/main" val="951534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starting with agents, we establish the system architecture first. Search and logic are simply the algorithms running inside the agent's execution loop (or brain) to help it decide what to do next. There is a misconception that if a system doesn't use machine learning, it isn't AI. By looking at agents, we can discuss a more academically rigorous definition of AI, </a:t>
            </a:r>
            <a:r>
              <a:rPr lang="en-US" b="1" dirty="0"/>
              <a:t>rational agency</a:t>
            </a:r>
            <a:r>
              <a:rPr lang="en-US" dirty="0"/>
              <a: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agent is anything that can be viewed as perceiving its environment through sensors and acting upon that environment through actuators.” (Russell &amp; Norvig, 2010)</a:t>
            </a:r>
          </a:p>
          <a:p>
            <a:endParaRPr lang="en-US" i="1" dirty="0"/>
          </a:p>
          <a:p>
            <a:r>
              <a:rPr lang="en-US" dirty="0"/>
              <a:t>“This leads to a definition of a rational agent: For each possible percept sequence, a rational agent should select an action that is expected to maximize its performance measure, given the evidence provided by the percept sequence and whatever built-in knowledge the agent has.“(Russell &amp; Norvig, 2010)</a:t>
            </a:r>
          </a:p>
          <a:p>
            <a:endParaRPr lang="en-US" dirty="0"/>
          </a:p>
          <a:p>
            <a:r>
              <a:rPr lang="en-US" dirty="0"/>
              <a:t>So, however it calculates that action, whether through a nested </a:t>
            </a:r>
            <a:r>
              <a:rPr lang="en-US" sz="1200" kern="1200" dirty="0">
                <a:solidFill>
                  <a:schemeClr val="tx1"/>
                </a:solidFill>
                <a:latin typeface="+mn-lt"/>
                <a:ea typeface="+mn-ea"/>
                <a:cs typeface="+mn-cs"/>
              </a:rPr>
              <a:t>if</a:t>
            </a:r>
            <a:r>
              <a:rPr lang="en-US" dirty="0"/>
              <a:t> statement or a neural network, is just an implementation detail. As we know, the industry is currently obsessed with LLM Agent that browse the web, call APIs, and execute tasks. That architecture isn't new. It is the exact same Intelligent Agent framework from the 1970s, just swapped with a modern generative brain.</a:t>
            </a:r>
          </a:p>
          <a:p>
            <a:endParaRPr lang="en-US" i="1" dirty="0"/>
          </a:p>
          <a:p>
            <a:r>
              <a:rPr lang="en-US" i="1" dirty="0"/>
              <a:t>Reference: </a:t>
            </a:r>
            <a:r>
              <a:rPr lang="en-US" dirty="0"/>
              <a:t>Russell, S., &amp; Norvig, P. (2010). </a:t>
            </a:r>
            <a:r>
              <a:rPr lang="en-US" i="1" dirty="0"/>
              <a:t>Artificial intelligence: A modern approach</a:t>
            </a:r>
            <a:r>
              <a:rPr lang="en-US" dirty="0"/>
              <a:t> (3rd ed.). Prentice Hall.</a:t>
            </a:r>
          </a:p>
        </p:txBody>
      </p:sp>
      <p:sp>
        <p:nvSpPr>
          <p:cNvPr id="4" name="Slide Number Placeholder 3"/>
          <p:cNvSpPr>
            <a:spLocks noGrp="1"/>
          </p:cNvSpPr>
          <p:nvPr>
            <p:ph type="sldNum" sz="quarter" idx="5"/>
          </p:nvPr>
        </p:nvSpPr>
        <p:spPr/>
        <p:txBody>
          <a:bodyPr/>
          <a:lstStyle/>
          <a:p>
            <a:fld id="{2CCF031E-D17A-4139-B770-A41292C01C8F}" type="slidenum">
              <a:rPr lang="en-US" smtClean="0"/>
              <a:t>2</a:t>
            </a:fld>
            <a:endParaRPr lang="en-US"/>
          </a:p>
        </p:txBody>
      </p:sp>
    </p:spTree>
    <p:extLst>
      <p:ext uri="{BB962C8B-B14F-4D97-AF65-F5344CB8AC3E}">
        <p14:creationId xmlns:p14="http://schemas.microsoft.com/office/powerpoint/2010/main" val="38123058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C2D66-F8F5-47AE-7746-079F4E4844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14CB6-1AAF-FB83-1339-83D4511CB6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6A8D6-5E7B-3EEC-D242-21C4EF64B57D}"/>
              </a:ext>
            </a:extLst>
          </p:cNvPr>
          <p:cNvSpPr>
            <a:spLocks noGrp="1"/>
          </p:cNvSpPr>
          <p:nvPr>
            <p:ph type="body" idx="1"/>
          </p:nvPr>
        </p:nvSpPr>
        <p:spPr/>
        <p:txBody>
          <a:bodyPr/>
          <a:lstStyle/>
          <a:p>
            <a:r>
              <a:rPr lang="en-US" dirty="0"/>
              <a:t>“The definitions on the left measure success in terms of fidelity to human performance, whereas the ones on the right measure against an ideal performance measure, called rationality. A system is rational if it does the “right thing,” given what it knows.”</a:t>
            </a:r>
          </a:p>
          <a:p>
            <a:endParaRPr lang="en-US" i="1" dirty="0"/>
          </a:p>
          <a:p>
            <a:r>
              <a:rPr lang="en-US" i="1" dirty="0"/>
              <a:t>Reference: </a:t>
            </a:r>
            <a:r>
              <a:rPr lang="en-US" dirty="0"/>
              <a:t>Russell, S., &amp; Norvig, P. (2010). </a:t>
            </a:r>
            <a:r>
              <a:rPr lang="en-US" i="1" dirty="0"/>
              <a:t>Artificial intelligence: A modern approach</a:t>
            </a:r>
            <a:r>
              <a:rPr lang="en-US" dirty="0"/>
              <a:t> (3rd ed.). Prentice Hall.</a:t>
            </a:r>
          </a:p>
        </p:txBody>
      </p:sp>
      <p:sp>
        <p:nvSpPr>
          <p:cNvPr id="4" name="Slide Number Placeholder 3">
            <a:extLst>
              <a:ext uri="{FF2B5EF4-FFF2-40B4-BE49-F238E27FC236}">
                <a16:creationId xmlns:a16="http://schemas.microsoft.com/office/drawing/2014/main" id="{46724B64-A441-99CD-6175-B2F6AFB03CAF}"/>
              </a:ext>
            </a:extLst>
          </p:cNvPr>
          <p:cNvSpPr>
            <a:spLocks noGrp="1"/>
          </p:cNvSpPr>
          <p:nvPr>
            <p:ph type="sldNum" sz="quarter" idx="5"/>
          </p:nvPr>
        </p:nvSpPr>
        <p:spPr/>
        <p:txBody>
          <a:bodyPr/>
          <a:lstStyle/>
          <a:p>
            <a:fld id="{2CCF031E-D17A-4139-B770-A41292C01C8F}" type="slidenum">
              <a:rPr lang="en-US" smtClean="0"/>
              <a:t>3</a:t>
            </a:fld>
            <a:endParaRPr lang="en-US"/>
          </a:p>
        </p:txBody>
      </p:sp>
    </p:spTree>
    <p:extLst>
      <p:ext uri="{BB962C8B-B14F-4D97-AF65-F5344CB8AC3E}">
        <p14:creationId xmlns:p14="http://schemas.microsoft.com/office/powerpoint/2010/main" val="4046134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49C23-2C1A-A521-4BC8-F04F74E3B4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99F2DE-BB0D-F6C4-494F-CEE9338EBA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801A56-A64A-6822-F1B8-2BA2E0DFE31C}"/>
              </a:ext>
            </a:extLst>
          </p:cNvPr>
          <p:cNvSpPr>
            <a:spLocks noGrp="1"/>
          </p:cNvSpPr>
          <p:nvPr>
            <p:ph type="body" idx="1"/>
          </p:nvPr>
        </p:nvSpPr>
        <p:spPr/>
        <p:txBody>
          <a:bodyPr/>
          <a:lstStyle/>
          <a:p>
            <a:r>
              <a:rPr lang="en-US" i="1" dirty="0"/>
              <a:t>“</a:t>
            </a:r>
            <a:r>
              <a:rPr lang="en-US" dirty="0"/>
              <a:t>The most effective way to handle partial observability is for the agent to keep track of the part of the world it can’t see now. That is, the agent should maintain some sort of </a:t>
            </a:r>
            <a:r>
              <a:rPr lang="en-US" b="1" dirty="0"/>
              <a:t>internal state </a:t>
            </a:r>
            <a:r>
              <a:rPr lang="en-US" dirty="0"/>
              <a:t>that depends on the percept history and thereby reflects at least some of the unobserved aspects of the current state.”</a:t>
            </a:r>
          </a:p>
          <a:p>
            <a:endParaRPr lang="en-US" dirty="0"/>
          </a:p>
          <a:p>
            <a:r>
              <a:rPr lang="en-US" dirty="0"/>
              <a:t>Now, if we have information about how the agent’s environment unfolds and how the agent’s actions may affect its environment, we can create a model. In turn, creating a model-based agent.</a:t>
            </a:r>
          </a:p>
          <a:p>
            <a:endParaRPr lang="en-US" dirty="0"/>
          </a:p>
          <a:p>
            <a:r>
              <a:rPr lang="en-US" dirty="0"/>
              <a:t>So, we are effectively adding memory to the agent.</a:t>
            </a:r>
          </a:p>
          <a:p>
            <a:endParaRPr lang="en-US" i="1" dirty="0"/>
          </a:p>
          <a:p>
            <a:r>
              <a:rPr lang="en-US" i="1" dirty="0"/>
              <a:t>Reference: </a:t>
            </a:r>
            <a:r>
              <a:rPr lang="en-US" dirty="0"/>
              <a:t>Russell, S., &amp; Norvig, P. (2010). </a:t>
            </a:r>
            <a:r>
              <a:rPr lang="en-US" i="1" dirty="0"/>
              <a:t>Artificial intelligence: A modern approach</a:t>
            </a:r>
            <a:r>
              <a:rPr lang="en-US" dirty="0"/>
              <a:t> (3rd ed.). Prentice Hall.</a:t>
            </a:r>
          </a:p>
        </p:txBody>
      </p:sp>
      <p:sp>
        <p:nvSpPr>
          <p:cNvPr id="4" name="Slide Number Placeholder 3">
            <a:extLst>
              <a:ext uri="{FF2B5EF4-FFF2-40B4-BE49-F238E27FC236}">
                <a16:creationId xmlns:a16="http://schemas.microsoft.com/office/drawing/2014/main" id="{C16F9B00-B4B5-4210-4C4E-3C7840FD9E39}"/>
              </a:ext>
            </a:extLst>
          </p:cNvPr>
          <p:cNvSpPr>
            <a:spLocks noGrp="1"/>
          </p:cNvSpPr>
          <p:nvPr>
            <p:ph type="sldNum" sz="quarter" idx="5"/>
          </p:nvPr>
        </p:nvSpPr>
        <p:spPr/>
        <p:txBody>
          <a:bodyPr/>
          <a:lstStyle/>
          <a:p>
            <a:fld id="{2CCF031E-D17A-4139-B770-A41292C01C8F}" type="slidenum">
              <a:rPr lang="en-US" smtClean="0"/>
              <a:t>4</a:t>
            </a:fld>
            <a:endParaRPr lang="en-US"/>
          </a:p>
        </p:txBody>
      </p:sp>
    </p:spTree>
    <p:extLst>
      <p:ext uri="{BB962C8B-B14F-4D97-AF65-F5344CB8AC3E}">
        <p14:creationId xmlns:p14="http://schemas.microsoft.com/office/powerpoint/2010/main" val="12260653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4400D-6112-7E62-9CD7-0BE952575F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A67771-F41B-42D0-AC58-3E9DCB7DD6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F57094-B267-74BC-893B-B13E2A3B4EE2}"/>
              </a:ext>
            </a:extLst>
          </p:cNvPr>
          <p:cNvSpPr>
            <a:spLocks noGrp="1"/>
          </p:cNvSpPr>
          <p:nvPr>
            <p:ph type="body" idx="1"/>
          </p:nvPr>
        </p:nvSpPr>
        <p:spPr/>
        <p:txBody>
          <a:bodyPr/>
          <a:lstStyle/>
          <a:p>
            <a:r>
              <a:rPr lang="en-US" dirty="0"/>
              <a:t>For a goal-based agent, “the agent needs some sort of goal information that describes situations that are desirable…” (Russell &amp; Norvig, 2010). Additionally, to achieve that goal, searching and planning need to be implemented.</a:t>
            </a:r>
          </a:p>
          <a:p>
            <a:endParaRPr lang="en-US" dirty="0"/>
          </a:p>
          <a:p>
            <a:r>
              <a:rPr lang="en-US" dirty="0"/>
              <a:t>For a utility-based agent, “an agent’s utility function is essentially an internalization of the performance measure. If the internal utility function and the external performance measure are in agreement, then an agent that chooses actions to maximize its utility will be rational according to the external performance measure.” (Russell &amp; Norvig, 2010)</a:t>
            </a:r>
          </a:p>
          <a:p>
            <a:endParaRPr lang="en-US" dirty="0"/>
          </a:p>
          <a:p>
            <a:r>
              <a:rPr lang="en-US" dirty="0"/>
              <a:t>And from my understanding:</a:t>
            </a:r>
          </a:p>
          <a:p>
            <a:r>
              <a:rPr lang="en-US" dirty="0"/>
              <a:t>• Uninformed search is goal-based </a:t>
            </a:r>
          </a:p>
          <a:p>
            <a:r>
              <a:rPr lang="en-US" dirty="0"/>
              <a:t>• Informed search is utility-based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61105CFF-627C-4A96-4B2D-403E69751A56}"/>
              </a:ext>
            </a:extLst>
          </p:cNvPr>
          <p:cNvSpPr>
            <a:spLocks noGrp="1"/>
          </p:cNvSpPr>
          <p:nvPr>
            <p:ph type="sldNum" sz="quarter" idx="5"/>
          </p:nvPr>
        </p:nvSpPr>
        <p:spPr/>
        <p:txBody>
          <a:bodyPr/>
          <a:lstStyle/>
          <a:p>
            <a:fld id="{2CCF031E-D17A-4139-B770-A41292C01C8F}" type="slidenum">
              <a:rPr lang="en-US" smtClean="0"/>
              <a:t>5</a:t>
            </a:fld>
            <a:endParaRPr lang="en-US"/>
          </a:p>
        </p:txBody>
      </p:sp>
    </p:spTree>
    <p:extLst>
      <p:ext uri="{BB962C8B-B14F-4D97-AF65-F5344CB8AC3E}">
        <p14:creationId xmlns:p14="http://schemas.microsoft.com/office/powerpoint/2010/main" val="5434489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CE9A-3CD2-4283-3102-16ECC1D3E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E69318-C935-76CA-BA91-AC376E42C0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86FDE-6CED-BE1C-5404-D82AB85B1943}"/>
              </a:ext>
            </a:extLst>
          </p:cNvPr>
          <p:cNvSpPr>
            <a:spLocks noGrp="1"/>
          </p:cNvSpPr>
          <p:nvPr>
            <p:ph type="body" idx="1"/>
          </p:nvPr>
        </p:nvSpPr>
        <p:spPr/>
        <p:txBody>
          <a:bodyPr/>
          <a:lstStyle/>
          <a:p>
            <a:r>
              <a:rPr lang="en-US" dirty="0"/>
              <a:t>“A learning agent can be divided into four conceptual components, as shown in Figure 2.15. The most important distinction is between the learning element, which is responsible for making improvements, and the performance element, which is responsible for selecting external actions. The performance element is what we have previously considered to be the entire agent: it takes in percepts and decides on actions. The learning element uses feedback from the critic on how the agent is doing and determines how the performance element should be modified to do better in the future… The last component of the learning agent is the problem generator. It is responsible for suggesting actions that will lead to new and informative experiences.”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9B5783AB-A230-A65B-7455-C299D61436CE}"/>
              </a:ext>
            </a:extLst>
          </p:cNvPr>
          <p:cNvSpPr>
            <a:spLocks noGrp="1"/>
          </p:cNvSpPr>
          <p:nvPr>
            <p:ph type="sldNum" sz="quarter" idx="5"/>
          </p:nvPr>
        </p:nvSpPr>
        <p:spPr/>
        <p:txBody>
          <a:bodyPr/>
          <a:lstStyle/>
          <a:p>
            <a:fld id="{2CCF031E-D17A-4139-B770-A41292C01C8F}" type="slidenum">
              <a:rPr lang="en-US" smtClean="0"/>
              <a:t>6</a:t>
            </a:fld>
            <a:endParaRPr lang="en-US"/>
          </a:p>
        </p:txBody>
      </p:sp>
    </p:spTree>
    <p:extLst>
      <p:ext uri="{BB962C8B-B14F-4D97-AF65-F5344CB8AC3E}">
        <p14:creationId xmlns:p14="http://schemas.microsoft.com/office/powerpoint/2010/main" val="38758562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C9809-FCC5-FDB7-7E7B-432B86140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645610-B13C-716D-61D8-67234FDE2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AE176B-97B6-646A-2F68-DA9864500602}"/>
              </a:ext>
            </a:extLst>
          </p:cNvPr>
          <p:cNvSpPr>
            <a:spLocks noGrp="1"/>
          </p:cNvSpPr>
          <p:nvPr>
            <p:ph type="body" idx="1"/>
          </p:nvPr>
        </p:nvSpPr>
        <p:spPr/>
        <p:txBody>
          <a:bodyPr/>
          <a:lstStyle/>
          <a:p>
            <a:endParaRPr lang="en-US" dirty="0"/>
          </a:p>
          <a:p>
            <a:r>
              <a:rPr lang="en-US" dirty="0"/>
              <a:t>Problem solving agents assume the problem environment is:</a:t>
            </a:r>
          </a:p>
          <a:p>
            <a:r>
              <a:rPr lang="en-US" dirty="0"/>
              <a:t>– </a:t>
            </a:r>
            <a:r>
              <a:rPr lang="en-US" b="1" dirty="0"/>
              <a:t>Observable:</a:t>
            </a:r>
            <a:r>
              <a:rPr lang="en-US" dirty="0"/>
              <a:t> Agent knows the current state.</a:t>
            </a:r>
          </a:p>
          <a:p>
            <a:r>
              <a:rPr lang="en-US" dirty="0"/>
              <a:t>– </a:t>
            </a:r>
            <a:r>
              <a:rPr lang="en-US" b="1" dirty="0"/>
              <a:t>Discrete:</a:t>
            </a:r>
            <a:r>
              <a:rPr lang="en-US" dirty="0"/>
              <a:t> Agent at a state only has finite number of actions to lead to next states.</a:t>
            </a:r>
          </a:p>
          <a:p>
            <a:r>
              <a:rPr lang="en-US" dirty="0"/>
              <a:t>– </a:t>
            </a:r>
            <a:r>
              <a:rPr lang="en-US" b="1" dirty="0"/>
              <a:t>Deterministic: </a:t>
            </a:r>
            <a:r>
              <a:rPr lang="en-US" dirty="0"/>
              <a:t>Agent can plan a sequence of actions such that each will lead to just one intermediate state.</a:t>
            </a:r>
          </a:p>
          <a:p>
            <a:r>
              <a:rPr lang="en-US" dirty="0"/>
              <a:t>– </a:t>
            </a:r>
            <a:r>
              <a:rPr lang="en-US" b="1" dirty="0"/>
              <a:t>Static: T</a:t>
            </a:r>
            <a:r>
              <a:rPr lang="en-US" dirty="0"/>
              <a:t>he environment would not change unless the agent changes it. </a:t>
            </a:r>
          </a:p>
          <a:p>
            <a:endParaRPr lang="en-US" dirty="0"/>
          </a:p>
          <a:p>
            <a:r>
              <a:rPr lang="en-US" dirty="0"/>
              <a:t>Well-defined Problems (Problem formulation)</a:t>
            </a:r>
          </a:p>
          <a:p>
            <a:r>
              <a:rPr lang="en-US" dirty="0"/>
              <a:t>– </a:t>
            </a:r>
            <a:r>
              <a:rPr lang="en-US" b="1" dirty="0"/>
              <a:t>Initial state: </a:t>
            </a:r>
            <a:r>
              <a:rPr lang="en-US" dirty="0"/>
              <a:t>The agent starts from.</a:t>
            </a:r>
          </a:p>
          <a:p>
            <a:r>
              <a:rPr lang="en-US" dirty="0"/>
              <a:t>– </a:t>
            </a:r>
            <a:r>
              <a:rPr lang="en-US" b="1" dirty="0"/>
              <a:t>Possible actions: </a:t>
            </a:r>
            <a:r>
              <a:rPr lang="en-US" dirty="0"/>
              <a:t>Actions available to the agent. At a particular state, all possible actions are called applicable actions. </a:t>
            </a:r>
          </a:p>
          <a:p>
            <a:r>
              <a:rPr lang="en-US" dirty="0"/>
              <a:t>– </a:t>
            </a:r>
            <a:r>
              <a:rPr lang="en-US" b="1" dirty="0"/>
              <a:t>Successor Function: </a:t>
            </a:r>
            <a:r>
              <a:rPr lang="en-US" dirty="0"/>
              <a:t>What outcome each action does?</a:t>
            </a:r>
          </a:p>
          <a:p>
            <a:r>
              <a:rPr lang="en-US" dirty="0"/>
              <a:t>– </a:t>
            </a:r>
            <a:r>
              <a:rPr lang="en-US" b="1" dirty="0"/>
              <a:t>Goal test: </a:t>
            </a:r>
            <a:r>
              <a:rPr lang="en-US" dirty="0"/>
              <a:t>Determines a given state is a goal state or not.</a:t>
            </a:r>
          </a:p>
          <a:p>
            <a:r>
              <a:rPr lang="en-US" dirty="0"/>
              <a:t>– </a:t>
            </a:r>
            <a:r>
              <a:rPr lang="en-US" b="1" dirty="0"/>
              <a:t>Path cost: </a:t>
            </a:r>
            <a:r>
              <a:rPr lang="en-US" dirty="0"/>
              <a:t>A numeric cost to each path. For example, the distance accumulated so far from the initial state.</a:t>
            </a:r>
          </a:p>
          <a:p>
            <a:endParaRPr lang="en-US" dirty="0"/>
          </a:p>
          <a:p>
            <a:r>
              <a:rPr lang="en-US" dirty="0"/>
              <a:t>The right formulation makes a big difference to the size of the search space</a:t>
            </a:r>
          </a:p>
          <a:p>
            <a:endParaRPr lang="en-US" dirty="0"/>
          </a:p>
          <a:p>
            <a:r>
              <a:rPr lang="en-US" dirty="0"/>
              <a:t>“We group all these under the heading of the task environment. For the acronymically minded, we call this the PEAS (Performance, Environment, Actuators, Sensors) description. In designing an agent, the first step must always be to specify the task environment as fully as possible.”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7CA48B97-B305-E5D2-9AF2-F63552F7EED7}"/>
              </a:ext>
            </a:extLst>
          </p:cNvPr>
          <p:cNvSpPr>
            <a:spLocks noGrp="1"/>
          </p:cNvSpPr>
          <p:nvPr>
            <p:ph type="sldNum" sz="quarter" idx="5"/>
          </p:nvPr>
        </p:nvSpPr>
        <p:spPr/>
        <p:txBody>
          <a:bodyPr/>
          <a:lstStyle/>
          <a:p>
            <a:fld id="{2CCF031E-D17A-4139-B770-A41292C01C8F}" type="slidenum">
              <a:rPr lang="en-US" smtClean="0"/>
              <a:t>7</a:t>
            </a:fld>
            <a:endParaRPr lang="en-US"/>
          </a:p>
        </p:txBody>
      </p:sp>
    </p:spTree>
    <p:extLst>
      <p:ext uri="{BB962C8B-B14F-4D97-AF65-F5344CB8AC3E}">
        <p14:creationId xmlns:p14="http://schemas.microsoft.com/office/powerpoint/2010/main" val="24378663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1D47D-D68A-96CE-C648-F691999A14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4A5D88-3389-EE5E-5CA9-382815F6B5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EDA04-1FF0-CB61-FEFD-3349D86BC572}"/>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E6AC45D6-F52C-0E08-B17F-2041530E2780}"/>
              </a:ext>
            </a:extLst>
          </p:cNvPr>
          <p:cNvSpPr>
            <a:spLocks noGrp="1"/>
          </p:cNvSpPr>
          <p:nvPr>
            <p:ph type="sldNum" sz="quarter" idx="5"/>
          </p:nvPr>
        </p:nvSpPr>
        <p:spPr/>
        <p:txBody>
          <a:bodyPr/>
          <a:lstStyle/>
          <a:p>
            <a:fld id="{2CCF031E-D17A-4139-B770-A41292C01C8F}" type="slidenum">
              <a:rPr lang="en-US" smtClean="0"/>
              <a:t>8</a:t>
            </a:fld>
            <a:endParaRPr lang="en-US"/>
          </a:p>
        </p:txBody>
      </p:sp>
    </p:spTree>
    <p:extLst>
      <p:ext uri="{BB962C8B-B14F-4D97-AF65-F5344CB8AC3E}">
        <p14:creationId xmlns:p14="http://schemas.microsoft.com/office/powerpoint/2010/main" val="22090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687B2-5985-B492-67A0-2E06D14B7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33D1D3-0C48-F90F-E155-2BC7873319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F63093-6A49-1E4E-ECD0-61C541944FF6}"/>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DF02F435-A174-CEA2-DBC1-421740327708}"/>
              </a:ext>
            </a:extLst>
          </p:cNvPr>
          <p:cNvSpPr>
            <a:spLocks noGrp="1"/>
          </p:cNvSpPr>
          <p:nvPr>
            <p:ph type="sldNum" sz="quarter" idx="5"/>
          </p:nvPr>
        </p:nvSpPr>
        <p:spPr/>
        <p:txBody>
          <a:bodyPr/>
          <a:lstStyle/>
          <a:p>
            <a:fld id="{2CCF031E-D17A-4139-B770-A41292C01C8F}" type="slidenum">
              <a:rPr lang="en-US" smtClean="0"/>
              <a:t>9</a:t>
            </a:fld>
            <a:endParaRPr lang="en-US"/>
          </a:p>
        </p:txBody>
      </p:sp>
    </p:spTree>
    <p:extLst>
      <p:ext uri="{BB962C8B-B14F-4D97-AF65-F5344CB8AC3E}">
        <p14:creationId xmlns:p14="http://schemas.microsoft.com/office/powerpoint/2010/main" val="26069682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D98E-E31F-AABD-AE2A-0F0774054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332617-DE0D-5FD3-E0E4-9C3BF24FA8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4BE1E8-3EDE-6CD2-8193-1B1EFB6870D3}"/>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4A62BD40-6976-666C-4A3E-6AABBDC02F63}"/>
              </a:ext>
            </a:extLst>
          </p:cNvPr>
          <p:cNvSpPr>
            <a:spLocks noGrp="1"/>
          </p:cNvSpPr>
          <p:nvPr>
            <p:ph type="sldNum" sz="quarter" idx="5"/>
          </p:nvPr>
        </p:nvSpPr>
        <p:spPr/>
        <p:txBody>
          <a:bodyPr/>
          <a:lstStyle/>
          <a:p>
            <a:fld id="{2CCF031E-D17A-4139-B770-A41292C01C8F}" type="slidenum">
              <a:rPr lang="en-US" smtClean="0"/>
              <a:t>10</a:t>
            </a:fld>
            <a:endParaRPr lang="en-US"/>
          </a:p>
        </p:txBody>
      </p:sp>
    </p:spTree>
    <p:extLst>
      <p:ext uri="{BB962C8B-B14F-4D97-AF65-F5344CB8AC3E}">
        <p14:creationId xmlns:p14="http://schemas.microsoft.com/office/powerpoint/2010/main" val="2893429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9888C-29DF-C5CE-9396-AEBF8E486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C8A91C-6D1D-4463-05A1-0B2D8782FC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F8300B-F747-47DB-9EE3-8972F74E94FE}"/>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7C9D557B-F3F3-BBB3-2BBD-80AA432B4D9C}"/>
              </a:ext>
            </a:extLst>
          </p:cNvPr>
          <p:cNvSpPr>
            <a:spLocks noGrp="1"/>
          </p:cNvSpPr>
          <p:nvPr>
            <p:ph type="sldNum" sz="quarter" idx="5"/>
          </p:nvPr>
        </p:nvSpPr>
        <p:spPr/>
        <p:txBody>
          <a:bodyPr/>
          <a:lstStyle/>
          <a:p>
            <a:fld id="{2CCF031E-D17A-4139-B770-A41292C01C8F}" type="slidenum">
              <a:rPr lang="en-US" smtClean="0"/>
              <a:t>11</a:t>
            </a:fld>
            <a:endParaRPr lang="en-US"/>
          </a:p>
        </p:txBody>
      </p:sp>
    </p:spTree>
    <p:extLst>
      <p:ext uri="{BB962C8B-B14F-4D97-AF65-F5344CB8AC3E}">
        <p14:creationId xmlns:p14="http://schemas.microsoft.com/office/powerpoint/2010/main" val="32934499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61689-7AF7-3F12-A9BA-78FCC6A04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1FCC84-44B6-021F-2A88-0A7D20E077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AEC1D7-4FF3-8B70-F7A4-73F88EF987DD}"/>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67205EB6-F3BB-3AE0-0F04-192BE76C5121}"/>
              </a:ext>
            </a:extLst>
          </p:cNvPr>
          <p:cNvSpPr>
            <a:spLocks noGrp="1"/>
          </p:cNvSpPr>
          <p:nvPr>
            <p:ph type="sldNum" sz="quarter" idx="5"/>
          </p:nvPr>
        </p:nvSpPr>
        <p:spPr/>
        <p:txBody>
          <a:bodyPr/>
          <a:lstStyle/>
          <a:p>
            <a:fld id="{2CCF031E-D17A-4139-B770-A41292C01C8F}" type="slidenum">
              <a:rPr lang="en-US" smtClean="0"/>
              <a:t>12</a:t>
            </a:fld>
            <a:endParaRPr lang="en-US"/>
          </a:p>
        </p:txBody>
      </p:sp>
    </p:spTree>
    <p:extLst>
      <p:ext uri="{BB962C8B-B14F-4D97-AF65-F5344CB8AC3E}">
        <p14:creationId xmlns:p14="http://schemas.microsoft.com/office/powerpoint/2010/main" val="12573691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B56B-814F-8D14-003C-693E5EF026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5AF13C-DA05-7AE6-51F5-06D803D5A1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F34048-9E0B-1165-0733-176028CCD0B5}"/>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DB001536-A5FA-8482-5EC7-1AE64397E1CC}"/>
              </a:ext>
            </a:extLst>
          </p:cNvPr>
          <p:cNvSpPr>
            <a:spLocks noGrp="1"/>
          </p:cNvSpPr>
          <p:nvPr>
            <p:ph type="sldNum" sz="quarter" idx="5"/>
          </p:nvPr>
        </p:nvSpPr>
        <p:spPr/>
        <p:txBody>
          <a:bodyPr/>
          <a:lstStyle/>
          <a:p>
            <a:fld id="{2CCF031E-D17A-4139-B770-A41292C01C8F}" type="slidenum">
              <a:rPr lang="en-US" smtClean="0"/>
              <a:t>13</a:t>
            </a:fld>
            <a:endParaRPr lang="en-US"/>
          </a:p>
        </p:txBody>
      </p:sp>
    </p:spTree>
    <p:extLst>
      <p:ext uri="{BB962C8B-B14F-4D97-AF65-F5344CB8AC3E}">
        <p14:creationId xmlns:p14="http://schemas.microsoft.com/office/powerpoint/2010/main" val="153457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4592F-2014-4F5E-74B1-4E8693FED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29144-358E-9EAC-B96C-08A199453E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7026B-165A-A091-BFEE-CC3C2357A508}"/>
              </a:ext>
            </a:extLst>
          </p:cNvPr>
          <p:cNvSpPr>
            <a:spLocks noGrp="1"/>
          </p:cNvSpPr>
          <p:nvPr>
            <p:ph type="body" idx="1"/>
          </p:nvPr>
        </p:nvSpPr>
        <p:spPr/>
        <p:txBody>
          <a:bodyPr/>
          <a:lstStyle/>
          <a:p>
            <a:r>
              <a:rPr lang="en-US" dirty="0"/>
              <a:t>• Facts about the environment and the task can be observed via inputs during the execution </a:t>
            </a:r>
          </a:p>
          <a:p>
            <a:r>
              <a:rPr lang="en-US" dirty="0"/>
              <a:t>– These facts are called knowledge</a:t>
            </a:r>
          </a:p>
          <a:p>
            <a:r>
              <a:rPr lang="en-US" dirty="0"/>
              <a:t>– Some knowledge already exist in the agent at the initiate state, but some knowledge obtained via execution </a:t>
            </a:r>
          </a:p>
          <a:p>
            <a:r>
              <a:rPr lang="en-US" dirty="0"/>
              <a:t>• Knowledge, particularly new knowledge, is used to improve task performance</a:t>
            </a:r>
          </a:p>
          <a:p>
            <a:r>
              <a:rPr lang="en-US" dirty="0"/>
              <a:t>– Adopt to changes in the environment by updating the relevant knowledge</a:t>
            </a:r>
          </a:p>
          <a:p>
            <a:r>
              <a:rPr lang="en-US" dirty="0"/>
              <a:t>– New knowledge helps to define better utility-based decisions </a:t>
            </a:r>
          </a:p>
          <a:p>
            <a:r>
              <a:rPr lang="en-US" dirty="0"/>
              <a:t>• knowledge base is the component for storing knowledge, and inference engine for generating new knowledge</a:t>
            </a:r>
          </a:p>
          <a:p>
            <a:endParaRPr lang="en-US" dirty="0"/>
          </a:p>
          <a:p>
            <a:r>
              <a:rPr lang="en-US" dirty="0"/>
              <a:t>• Central component of a knowledge-based agent</a:t>
            </a:r>
          </a:p>
          <a:p>
            <a:r>
              <a:rPr lang="en-US" dirty="0"/>
              <a:t>– A set of assertions, expressed by knowledge representation language</a:t>
            </a:r>
          </a:p>
          <a:p>
            <a:r>
              <a:rPr lang="en-US" dirty="0"/>
              <a:t>– Each assertion talks one piece knowledge about the world </a:t>
            </a:r>
          </a:p>
          <a:p>
            <a:r>
              <a:rPr lang="en-US" dirty="0"/>
              <a:t>– some assertions are called axioms: taken without being derived from other assertions </a:t>
            </a:r>
          </a:p>
          <a:p>
            <a:r>
              <a:rPr lang="en-US" dirty="0"/>
              <a:t>• TELL adds new assertations</a:t>
            </a:r>
          </a:p>
          <a:p>
            <a:r>
              <a:rPr lang="en-US" dirty="0"/>
              <a:t>– Agent with knowledge base can gain knowledge by telling it what it needs to know </a:t>
            </a:r>
          </a:p>
          <a:p>
            <a:r>
              <a:rPr lang="en-US" dirty="0"/>
              <a:t>• ASK can query the content in the knowledge base</a:t>
            </a:r>
          </a:p>
          <a:p>
            <a:r>
              <a:rPr lang="en-US" dirty="0"/>
              <a:t>– Means asking about what is known in the knowledge base </a:t>
            </a:r>
          </a:p>
          <a:p>
            <a:r>
              <a:rPr lang="en-US" dirty="0"/>
              <a:t>• ACT can infer the answer</a:t>
            </a:r>
          </a:p>
          <a:p>
            <a:r>
              <a:rPr lang="en-US" dirty="0"/>
              <a:t>– Means taking actions based on it’s knowledge base </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829251C5-39B4-E724-C3D9-49C934AE674C}"/>
              </a:ext>
            </a:extLst>
          </p:cNvPr>
          <p:cNvSpPr>
            <a:spLocks noGrp="1"/>
          </p:cNvSpPr>
          <p:nvPr>
            <p:ph type="sldNum" sz="quarter" idx="5"/>
          </p:nvPr>
        </p:nvSpPr>
        <p:spPr/>
        <p:txBody>
          <a:bodyPr/>
          <a:lstStyle/>
          <a:p>
            <a:fld id="{2CCF031E-D17A-4139-B770-A41292C01C8F}" type="slidenum">
              <a:rPr lang="en-US" smtClean="0"/>
              <a:t>14</a:t>
            </a:fld>
            <a:endParaRPr lang="en-US"/>
          </a:p>
        </p:txBody>
      </p:sp>
    </p:spTree>
    <p:extLst>
      <p:ext uri="{BB962C8B-B14F-4D97-AF65-F5344CB8AC3E}">
        <p14:creationId xmlns:p14="http://schemas.microsoft.com/office/powerpoint/2010/main" val="2280378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7A765-1B3B-9BC0-D4E6-996B16965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096736-52AD-4EBF-0AB5-B76D30DC6D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7D563E-F614-9C08-2599-EADFF798F671}"/>
              </a:ext>
            </a:extLst>
          </p:cNvPr>
          <p:cNvSpPr>
            <a:spLocks noGrp="1"/>
          </p:cNvSpPr>
          <p:nvPr>
            <p:ph type="body" idx="1"/>
          </p:nvPr>
        </p:nvSpPr>
        <p:spPr/>
        <p:txBody>
          <a:bodyPr/>
          <a:lstStyle/>
          <a:p>
            <a:r>
              <a:rPr lang="en-US" dirty="0"/>
              <a:t>• Knowledge-based agent can take the expandable KB to represent the environment, the task, the best approaches</a:t>
            </a:r>
          </a:p>
          <a:p>
            <a:r>
              <a:rPr lang="en-US" dirty="0"/>
              <a:t>– Knowledge is represented as logic sentences </a:t>
            </a:r>
          </a:p>
          <a:p>
            <a:r>
              <a:rPr lang="en-US" dirty="0"/>
              <a:t>• Logic can be propositional or first-order logic system</a:t>
            </a:r>
          </a:p>
          <a:p>
            <a:r>
              <a:rPr lang="en-US" dirty="0"/>
              <a:t>– syntax: formal structure of sentences</a:t>
            </a:r>
          </a:p>
          <a:p>
            <a:r>
              <a:rPr lang="en-US" dirty="0"/>
              <a:t>– semantics: truth of sentences </a:t>
            </a:r>
            <a:r>
              <a:rPr lang="en-US" dirty="0" err="1"/>
              <a:t>wrt</a:t>
            </a:r>
            <a:r>
              <a:rPr lang="en-US" dirty="0"/>
              <a:t> models</a:t>
            </a:r>
          </a:p>
          <a:p>
            <a:r>
              <a:rPr lang="en-US" dirty="0"/>
              <a:t>– entailment: necessary truth of one sentence given another</a:t>
            </a:r>
          </a:p>
          <a:p>
            <a:r>
              <a:rPr lang="en-US" dirty="0"/>
              <a:t>– Inference and proof: deriving sentences from other sentences</a:t>
            </a:r>
          </a:p>
          <a:p>
            <a:r>
              <a:rPr lang="en-US" dirty="0"/>
              <a:t>– soundness: derivations produce only entailed sentences</a:t>
            </a:r>
          </a:p>
          <a:p>
            <a:r>
              <a:rPr lang="en-US" dirty="0"/>
              <a:t>– completeness: derivations can produce all entailed sentences </a:t>
            </a:r>
          </a:p>
          <a:p>
            <a:r>
              <a:rPr lang="en-US" dirty="0"/>
              <a:t>• Pros: explicit, human readable </a:t>
            </a:r>
          </a:p>
          <a:p>
            <a:r>
              <a:rPr lang="en-US" dirty="0"/>
              <a:t>• Cons: Not all knowledge can be easily represented as logic sentences, Could have too many logic sentences and no good way to select, Cannot handle uncertainty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Reference: </a:t>
            </a:r>
            <a:r>
              <a:rPr lang="en-US" dirty="0"/>
              <a:t>Russell, S., &amp; Norvig, P. (2010). </a:t>
            </a:r>
            <a:r>
              <a:rPr lang="en-US" i="1" dirty="0"/>
              <a:t>Artificial intelligence: A modern approach</a:t>
            </a:r>
            <a:r>
              <a:rPr lang="en-US" dirty="0"/>
              <a:t> (3rd ed.). Prentice Hall.</a:t>
            </a:r>
          </a:p>
          <a:p>
            <a:endParaRPr lang="en-US" dirty="0"/>
          </a:p>
        </p:txBody>
      </p:sp>
      <p:sp>
        <p:nvSpPr>
          <p:cNvPr id="4" name="Slide Number Placeholder 3">
            <a:extLst>
              <a:ext uri="{FF2B5EF4-FFF2-40B4-BE49-F238E27FC236}">
                <a16:creationId xmlns:a16="http://schemas.microsoft.com/office/drawing/2014/main" id="{2BEF8456-25AC-B55D-0A45-73B4B3A627B7}"/>
              </a:ext>
            </a:extLst>
          </p:cNvPr>
          <p:cNvSpPr>
            <a:spLocks noGrp="1"/>
          </p:cNvSpPr>
          <p:nvPr>
            <p:ph type="sldNum" sz="quarter" idx="5"/>
          </p:nvPr>
        </p:nvSpPr>
        <p:spPr/>
        <p:txBody>
          <a:bodyPr/>
          <a:lstStyle/>
          <a:p>
            <a:fld id="{2CCF031E-D17A-4139-B770-A41292C01C8F}" type="slidenum">
              <a:rPr lang="en-US" smtClean="0"/>
              <a:t>15</a:t>
            </a:fld>
            <a:endParaRPr lang="en-US"/>
          </a:p>
        </p:txBody>
      </p:sp>
    </p:spTree>
    <p:extLst>
      <p:ext uri="{BB962C8B-B14F-4D97-AF65-F5344CB8AC3E}">
        <p14:creationId xmlns:p14="http://schemas.microsoft.com/office/powerpoint/2010/main" val="149441825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7002" y="105879"/>
            <a:ext cx="6933398" cy="3832346"/>
          </a:xfrm>
        </p:spPr>
        <p:txBody>
          <a:bodyPr vert="horz" lIns="91440" tIns="45720" rIns="91440" bIns="45720" rtlCol="0" anchor="t">
            <a:normAutofit/>
          </a:bodyPr>
          <a:lstStyle>
            <a:lvl1pPr>
              <a:lnSpc>
                <a:spcPct val="90000"/>
              </a:lnSpc>
              <a:defRPr lang="en-US" sz="6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37892"/>
            <a:ext cx="4184904" cy="91801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3" name="Freeform: Shape 12">
            <a:extLst>
              <a:ext uri="{FF2B5EF4-FFF2-40B4-BE49-F238E27FC236}">
                <a16:creationId xmlns:a16="http://schemas.microsoft.com/office/drawing/2014/main" id="{B7D523F3-FDC7-CB09-72C3-675307026069}"/>
              </a:ext>
              <a:ext uri="{C183D7F6-B498-43B3-948B-1728B52AA6E4}">
                <adec:decorative xmlns:adec="http://schemas.microsoft.com/office/drawing/2017/decorative" val="1"/>
              </a:ext>
            </a:extLst>
          </p:cNvPr>
          <p:cNvSpPr/>
          <p:nvPr/>
        </p:nvSpPr>
        <p:spPr>
          <a:xfrm>
            <a:off x="7693152" y="0"/>
            <a:ext cx="4498848" cy="6089904"/>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Picture Placeholder 10">
            <a:extLst>
              <a:ext uri="{FF2B5EF4-FFF2-40B4-BE49-F238E27FC236}">
                <a16:creationId xmlns:a16="http://schemas.microsoft.com/office/drawing/2014/main" id="{47046596-FFEC-0663-2F9B-19F442C8D1F7}"/>
              </a:ext>
            </a:extLst>
          </p:cNvPr>
          <p:cNvSpPr>
            <a:spLocks noGrp="1"/>
          </p:cNvSpPr>
          <p:nvPr>
            <p:ph type="pic" sz="quarter" idx="13" hasCustomPrompt="1"/>
          </p:nvPr>
        </p:nvSpPr>
        <p:spPr>
          <a:xfrm>
            <a:off x="7681816" y="0"/>
            <a:ext cx="4510185" cy="6096000"/>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blipFill dpi="0" rotWithShape="1">
            <a:blip r:embed="rId2">
              <a:alphaModFix amt="8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9971339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10706100" cy="68391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74654" y="1506872"/>
            <a:ext cx="10693446" cy="4665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945396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23860" y="1376413"/>
            <a:ext cx="3834793" cy="2697480"/>
          </a:xfrm>
        </p:spPr>
        <p:txBody>
          <a:bodyPr vert="horz" lIns="91440" tIns="45720" rIns="91440" bIns="45720" rtlCol="0" anchor="b">
            <a:norm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23860" y="4073893"/>
            <a:ext cx="3599210" cy="1162250"/>
          </a:xfrm>
        </p:spPr>
        <p:txBody>
          <a:bodyPr vert="horz" lIns="91440" tIns="45720" rIns="91440" bIns="45720" rtlCol="0" anchor="ctr">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8" name="Picture Placeholder 10">
            <a:extLst>
              <a:ext uri="{FF2B5EF4-FFF2-40B4-BE49-F238E27FC236}">
                <a16:creationId xmlns:a16="http://schemas.microsoft.com/office/drawing/2014/main" id="{51CC2D7F-4DE5-3D21-470F-8B959A5C44D8}"/>
              </a:ext>
            </a:extLst>
          </p:cNvPr>
          <p:cNvSpPr>
            <a:spLocks noGrp="1"/>
          </p:cNvSpPr>
          <p:nvPr>
            <p:ph type="pic" sz="quarter" idx="13" hasCustomPrompt="1"/>
          </p:nvPr>
        </p:nvSpPr>
        <p:spPr>
          <a:xfrm>
            <a:off x="0" y="0"/>
            <a:ext cx="7274402" cy="6096000"/>
          </a:xfrm>
          <a:custGeom>
            <a:avLst/>
            <a:gdLst>
              <a:gd name="connsiteX0" fmla="*/ 0 w 7274402"/>
              <a:gd name="connsiteY0" fmla="*/ 0 h 6096000"/>
              <a:gd name="connsiteX1" fmla="*/ 7274402 w 7274402"/>
              <a:gd name="connsiteY1" fmla="*/ 0 h 6096000"/>
              <a:gd name="connsiteX2" fmla="*/ 7274402 w 7274402"/>
              <a:gd name="connsiteY2" fmla="*/ 5598011 h 6096000"/>
              <a:gd name="connsiteX3" fmla="*/ 6779450 w 7274402"/>
              <a:gd name="connsiteY3" fmla="*/ 6096000 h 6096000"/>
              <a:gd name="connsiteX4" fmla="*/ 0 w 7274402"/>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74402" h="6096000">
                <a:moveTo>
                  <a:pt x="0" y="0"/>
                </a:moveTo>
                <a:lnTo>
                  <a:pt x="7274402" y="0"/>
                </a:lnTo>
                <a:lnTo>
                  <a:pt x="7274402" y="5598011"/>
                </a:lnTo>
                <a:cubicBezTo>
                  <a:pt x="7274402" y="5873043"/>
                  <a:pt x="7052804" y="6096000"/>
                  <a:pt x="6779450" y="6096000"/>
                </a:cubicBezTo>
                <a:lnTo>
                  <a:pt x="0" y="60960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9865566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6093" y="190500"/>
            <a:ext cx="3923894" cy="2673696"/>
          </a:xfrm>
        </p:spPr>
        <p:txBody>
          <a:bodyPr vert="horz" lIns="91440" tIns="45720" rIns="91440" bIns="45720" rtlCol="0" anchor="t">
            <a:normAutofit/>
          </a:bodyPr>
          <a:lstStyle>
            <a:lvl1pPr>
              <a:lnSpc>
                <a:spcPct val="95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73751"/>
            <a:ext cx="3277380" cy="122894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8" name="Picture Placeholder 7">
            <a:extLst>
              <a:ext uri="{FF2B5EF4-FFF2-40B4-BE49-F238E27FC236}">
                <a16:creationId xmlns:a16="http://schemas.microsoft.com/office/drawing/2014/main" id="{1E33A8AF-9A38-4027-A746-F135FF75F2EF}"/>
              </a:ext>
            </a:extLst>
          </p:cNvPr>
          <p:cNvSpPr>
            <a:spLocks noGrp="1"/>
          </p:cNvSpPr>
          <p:nvPr>
            <p:ph type="pic" sz="quarter" idx="13" hasCustomPrompt="1"/>
          </p:nvPr>
        </p:nvSpPr>
        <p:spPr>
          <a:xfrm>
            <a:off x="4743585" y="0"/>
            <a:ext cx="7448415" cy="6093762"/>
          </a:xfrm>
          <a:custGeom>
            <a:avLst/>
            <a:gdLst>
              <a:gd name="connsiteX0" fmla="*/ 0 w 7448415"/>
              <a:gd name="connsiteY0" fmla="*/ 0 h 6093762"/>
              <a:gd name="connsiteX1" fmla="*/ 7448415 w 7448415"/>
              <a:gd name="connsiteY1" fmla="*/ 0 h 6093762"/>
              <a:gd name="connsiteX2" fmla="*/ 7448415 w 7448415"/>
              <a:gd name="connsiteY2" fmla="*/ 6093762 h 6093762"/>
              <a:gd name="connsiteX3" fmla="*/ 501521 w 7448415"/>
              <a:gd name="connsiteY3" fmla="*/ 6093762 h 6093762"/>
              <a:gd name="connsiteX4" fmla="*/ 0 w 7448415"/>
              <a:gd name="connsiteY4" fmla="*/ 5592240 h 6093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48415" h="6093762">
                <a:moveTo>
                  <a:pt x="0" y="0"/>
                </a:moveTo>
                <a:lnTo>
                  <a:pt x="7448415" y="0"/>
                </a:lnTo>
                <a:lnTo>
                  <a:pt x="7448415" y="6093762"/>
                </a:lnTo>
                <a:lnTo>
                  <a:pt x="501521" y="6093762"/>
                </a:lnTo>
                <a:cubicBezTo>
                  <a:pt x="224538" y="6093762"/>
                  <a:pt x="0" y="5869223"/>
                  <a:pt x="0" y="5592240"/>
                </a:cubicBez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2000" y="6329172"/>
            <a:ext cx="2816835"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51369347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5202936"/>
            <a:ext cx="10858500" cy="850392"/>
          </a:xfrm>
        </p:spPr>
        <p:txBody>
          <a:bodyPr vert="horz" lIns="91440" tIns="45720" rIns="91440" bIns="45720" rtlCol="0" anchor="b">
            <a:normAutofit/>
          </a:bodyPr>
          <a:lstStyle>
            <a:lvl1pPr>
              <a:lnSpc>
                <a:spcPct val="90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 y="5980176"/>
            <a:ext cx="10858500" cy="419100"/>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endParaRPr lang="en-US" dirty="0"/>
          </a:p>
        </p:txBody>
      </p:sp>
      <p:sp>
        <p:nvSpPr>
          <p:cNvPr id="9" name="Picture Placeholder 7">
            <a:extLst>
              <a:ext uri="{FF2B5EF4-FFF2-40B4-BE49-F238E27FC236}">
                <a16:creationId xmlns:a16="http://schemas.microsoft.com/office/drawing/2014/main" id="{5E742D34-DBD4-0DEA-071F-32C82E7EB45A}"/>
              </a:ext>
            </a:extLst>
          </p:cNvPr>
          <p:cNvSpPr>
            <a:spLocks noGrp="1"/>
          </p:cNvSpPr>
          <p:nvPr>
            <p:ph type="pic" sz="quarter" idx="13" hasCustomPrompt="1"/>
          </p:nvPr>
        </p:nvSpPr>
        <p:spPr>
          <a:xfrm>
            <a:off x="0" y="0"/>
            <a:ext cx="11468100" cy="5018448"/>
          </a:xfrm>
          <a:custGeom>
            <a:avLst/>
            <a:gdLst>
              <a:gd name="connsiteX0" fmla="*/ 0 w 11468100"/>
              <a:gd name="connsiteY0" fmla="*/ 0 h 5091600"/>
              <a:gd name="connsiteX1" fmla="*/ 11468100 w 11468100"/>
              <a:gd name="connsiteY1" fmla="*/ 0 h 5091600"/>
              <a:gd name="connsiteX2" fmla="*/ 11468100 w 11468100"/>
              <a:gd name="connsiteY2" fmla="*/ 4590078 h 5091600"/>
              <a:gd name="connsiteX3" fmla="*/ 10966578 w 11468100"/>
              <a:gd name="connsiteY3" fmla="*/ 5091600 h 5091600"/>
              <a:gd name="connsiteX4" fmla="*/ 0 w 11468100"/>
              <a:gd name="connsiteY4" fmla="*/ 5091600 h 5091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5091600">
                <a:moveTo>
                  <a:pt x="0" y="0"/>
                </a:moveTo>
                <a:lnTo>
                  <a:pt x="11468100" y="0"/>
                </a:lnTo>
                <a:lnTo>
                  <a:pt x="11468100" y="4590078"/>
                </a:lnTo>
                <a:cubicBezTo>
                  <a:pt x="11468100" y="4867061"/>
                  <a:pt x="11243561" y="5091600"/>
                  <a:pt x="10966578" y="5091600"/>
                </a:cubicBezTo>
                <a:lnTo>
                  <a:pt x="0" y="50916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 y="6629400"/>
            <a:ext cx="2805405" cy="228600"/>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11240" y="6629400"/>
            <a:ext cx="2376928" cy="228600"/>
          </a:xfrm>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3193" y="6629400"/>
            <a:ext cx="429207" cy="228600"/>
          </a:xfrm>
        </p:spPr>
        <p:txBody>
          <a:bodyPr/>
          <a:lstStyle>
            <a:lvl1pPr>
              <a:defRPr>
                <a:solidFill>
                  <a:schemeClr val="tx2"/>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6236645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32345" y="250257"/>
            <a:ext cx="9692640" cy="4602845"/>
          </a:xfrm>
        </p:spPr>
        <p:txBody>
          <a:bodyPr vert="horz" lIns="91440" tIns="45720" rIns="91440" bIns="45720" rtlCol="0" anchor="t">
            <a:normAutofit/>
          </a:bodyPr>
          <a:lstStyle>
            <a:lvl1pPr>
              <a:lnSpc>
                <a:spcPct val="90000"/>
              </a:lnSpc>
              <a:defRPr lang="en-US" sz="8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1999" y="5053094"/>
            <a:ext cx="5253789" cy="847192"/>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8587493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560321" y="1904300"/>
            <a:ext cx="7084194" cy="2353755"/>
          </a:xfrm>
        </p:spPr>
        <p:txBody>
          <a:bodyPr anchor="ctr">
            <a:normAutofit/>
          </a:bodyPr>
          <a:lstStyle>
            <a:lvl1pPr algn="ctr">
              <a:lnSpc>
                <a:spcPct val="80000"/>
              </a:lnSpc>
              <a:defRPr sz="60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262965" y="4597167"/>
            <a:ext cx="5678905" cy="1082180"/>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47417243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 y="131670"/>
            <a:ext cx="12120283" cy="5093208"/>
          </a:xfrm>
        </p:spPr>
        <p:txBody>
          <a:bodyPr vert="horz" lIns="91440" tIns="45720" rIns="91440" bIns="45720" rtlCol="0" anchor="t">
            <a:normAutofit/>
          </a:bodyPr>
          <a:lstStyle>
            <a:lvl1pPr>
              <a:lnSpc>
                <a:spcPct val="85000"/>
              </a:lnSpc>
              <a:defRPr lang="en-US" sz="12500" spc="-50" baseline="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5356548"/>
            <a:ext cx="6414887" cy="748417"/>
          </a:xfrm>
        </p:spPr>
        <p:txBody>
          <a:bodyPr vert="horz" lIns="91440" tIns="45720" rIns="91440" bIns="45720" rtlCol="0" anchor="ctr">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5566482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13702" y="1940943"/>
            <a:ext cx="8771340" cy="4917058"/>
          </a:xfrm>
        </p:spPr>
        <p:txBody>
          <a:bodyPr anchor="b">
            <a:normAutofit/>
          </a:bodyPr>
          <a:lstStyle>
            <a:lvl1pPr>
              <a:lnSpc>
                <a:spcPct val="90000"/>
              </a:lnSpc>
              <a:defRPr sz="700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762000" y="64008"/>
            <a:ext cx="2816835" cy="338328"/>
          </a:xfrm>
        </p:spPr>
        <p:txBody>
          <a:bodyPr/>
          <a:lstStyle>
            <a:lvl1pPr>
              <a:defRPr>
                <a:solidFill>
                  <a:schemeClr val="accent1"/>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9290304" y="64008"/>
            <a:ext cx="1612674" cy="338328"/>
          </a:xfrm>
        </p:spPr>
        <p:txBody>
          <a:bodyPr/>
          <a:lstStyle>
            <a:lvl1pPr>
              <a:defRPr>
                <a:solidFill>
                  <a:schemeClr val="accent1"/>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055096" y="64008"/>
            <a:ext cx="457200" cy="338328"/>
          </a:xfrm>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7831167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2D3B99D-E6B2-4EE8-0A54-0FAA367757A0}"/>
              </a:ext>
              <a:ext uri="{C183D7F6-B498-43B3-948B-1728B52AA6E4}">
                <adec:decorative xmlns:adec="http://schemas.microsoft.com/office/drawing/2017/decorative" val="1"/>
              </a:ext>
            </a:extLst>
          </p:cNvPr>
          <p:cNvSpPr/>
          <p:nvPr/>
        </p:nvSpPr>
        <p:spPr>
          <a:xfrm>
            <a:off x="3735581" y="2721090"/>
            <a:ext cx="8456418" cy="4136911"/>
          </a:xfrm>
          <a:custGeom>
            <a:avLst/>
            <a:gdLst>
              <a:gd name="connsiteX0" fmla="*/ 501522 w 8456418"/>
              <a:gd name="connsiteY0" fmla="*/ 0 h 4136911"/>
              <a:gd name="connsiteX1" fmla="*/ 7315160 w 8456418"/>
              <a:gd name="connsiteY1" fmla="*/ 0 h 4136911"/>
              <a:gd name="connsiteX2" fmla="*/ 7389577 w 8456418"/>
              <a:gd name="connsiteY2" fmla="*/ 0 h 4136911"/>
              <a:gd name="connsiteX3" fmla="*/ 8456418 w 8456418"/>
              <a:gd name="connsiteY3" fmla="*/ 0 h 4136911"/>
              <a:gd name="connsiteX4" fmla="*/ 8456418 w 8456418"/>
              <a:gd name="connsiteY4" fmla="*/ 4136910 h 4136911"/>
              <a:gd name="connsiteX5" fmla="*/ 7389577 w 8456418"/>
              <a:gd name="connsiteY5" fmla="*/ 4136910 h 4136911"/>
              <a:gd name="connsiteX6" fmla="*/ 7389577 w 8456418"/>
              <a:gd name="connsiteY6" fmla="*/ 4136911 h 4136911"/>
              <a:gd name="connsiteX7" fmla="*/ 0 w 8456418"/>
              <a:gd name="connsiteY7" fmla="*/ 4136911 h 4136911"/>
              <a:gd name="connsiteX8" fmla="*/ 0 w 8456418"/>
              <a:gd name="connsiteY8" fmla="*/ 501522 h 4136911"/>
              <a:gd name="connsiteX9" fmla="*/ 501522 w 8456418"/>
              <a:gd name="connsiteY9" fmla="*/ 0 h 4136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456418" h="4136911">
                <a:moveTo>
                  <a:pt x="501522" y="0"/>
                </a:moveTo>
                <a:lnTo>
                  <a:pt x="7315160" y="0"/>
                </a:lnTo>
                <a:lnTo>
                  <a:pt x="7389577" y="0"/>
                </a:lnTo>
                <a:lnTo>
                  <a:pt x="8456418" y="0"/>
                </a:lnTo>
                <a:lnTo>
                  <a:pt x="8456418" y="4136910"/>
                </a:lnTo>
                <a:lnTo>
                  <a:pt x="7389577" y="4136910"/>
                </a:lnTo>
                <a:lnTo>
                  <a:pt x="7389577" y="4136911"/>
                </a:lnTo>
                <a:lnTo>
                  <a:pt x="0" y="4136911"/>
                </a:lnTo>
                <a:lnTo>
                  <a:pt x="0" y="501522"/>
                </a:lnTo>
                <a:cubicBezTo>
                  <a:pt x="0" y="224539"/>
                  <a:pt x="224538" y="0"/>
                  <a:pt x="501522"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38499" y="134751"/>
            <a:ext cx="11429601" cy="2213814"/>
          </a:xfrm>
        </p:spPr>
        <p:txBody>
          <a:bodyPr anchor="t">
            <a:normAutofit/>
          </a:bodyPr>
          <a:lstStyle>
            <a:lvl1pPr>
              <a:lnSpc>
                <a:spcPct val="80000"/>
              </a:lnSpc>
              <a:defRPr sz="9000">
                <a:solidFill>
                  <a:schemeClr val="accent1"/>
                </a:solidFill>
              </a:defRPr>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267200" y="3124200"/>
            <a:ext cx="7200900" cy="2971800"/>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75292546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141316" y="154198"/>
            <a:ext cx="11326784" cy="1770855"/>
          </a:xfrm>
        </p:spPr>
        <p:txBody>
          <a:bodyPr anchor="t">
            <a:noAutofit/>
          </a:bodyPr>
          <a:lstStyle>
            <a:lvl1pPr>
              <a:lnSpc>
                <a:spcPct val="80000"/>
              </a:lnSpc>
              <a:defRPr sz="8800">
                <a:solidFill>
                  <a:schemeClr val="accent1"/>
                </a:solidFill>
              </a:defRPr>
            </a:lvl1pPr>
          </a:lstStyle>
          <a:p>
            <a:r>
              <a:rPr lang="en-US" dirty="0"/>
              <a:t>Agenda</a:t>
            </a:r>
          </a:p>
        </p:txBody>
      </p:sp>
      <p:sp>
        <p:nvSpPr>
          <p:cNvPr id="16" name="Picture Placeholder 15">
            <a:extLst>
              <a:ext uri="{FF2B5EF4-FFF2-40B4-BE49-F238E27FC236}">
                <a16:creationId xmlns:a16="http://schemas.microsoft.com/office/drawing/2014/main" id="{DFF180EE-9609-8056-7D1A-0AB8C9676916}"/>
              </a:ext>
            </a:extLst>
          </p:cNvPr>
          <p:cNvSpPr>
            <a:spLocks noGrp="1"/>
          </p:cNvSpPr>
          <p:nvPr>
            <p:ph type="pic" sz="quarter" idx="15" hasCustomPrompt="1"/>
          </p:nvPr>
        </p:nvSpPr>
        <p:spPr>
          <a:xfrm>
            <a:off x="0" y="2266752"/>
            <a:ext cx="6871018" cy="4591248"/>
          </a:xfrm>
          <a:custGeom>
            <a:avLst/>
            <a:gdLst>
              <a:gd name="connsiteX0" fmla="*/ 0 w 6871018"/>
              <a:gd name="connsiteY0" fmla="*/ 0 h 4591248"/>
              <a:gd name="connsiteX1" fmla="*/ 6369496 w 6871018"/>
              <a:gd name="connsiteY1" fmla="*/ 0 h 4591248"/>
              <a:gd name="connsiteX2" fmla="*/ 6871018 w 6871018"/>
              <a:gd name="connsiteY2" fmla="*/ 501522 h 4591248"/>
              <a:gd name="connsiteX3" fmla="*/ 6871018 w 6871018"/>
              <a:gd name="connsiteY3" fmla="*/ 4591248 h 4591248"/>
              <a:gd name="connsiteX4" fmla="*/ 0 w 6871018"/>
              <a:gd name="connsiteY4" fmla="*/ 4591248 h 45912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71018" h="4591248">
                <a:moveTo>
                  <a:pt x="0" y="0"/>
                </a:moveTo>
                <a:lnTo>
                  <a:pt x="6369496" y="0"/>
                </a:lnTo>
                <a:cubicBezTo>
                  <a:pt x="6646479" y="0"/>
                  <a:pt x="6871018" y="224539"/>
                  <a:pt x="6871018" y="501522"/>
                </a:cubicBezTo>
                <a:lnTo>
                  <a:pt x="6871018" y="4591248"/>
                </a:lnTo>
                <a:lnTo>
                  <a:pt x="0" y="4591248"/>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10" name="Freeform: Shape 9">
            <a:extLst>
              <a:ext uri="{FF2B5EF4-FFF2-40B4-BE49-F238E27FC236}">
                <a16:creationId xmlns:a16="http://schemas.microsoft.com/office/drawing/2014/main" id="{0ED03D8A-5554-BC86-D031-989A4FC017F9}"/>
              </a:ext>
              <a:ext uri="{C183D7F6-B498-43B3-948B-1728B52AA6E4}">
                <adec:decorative xmlns:adec="http://schemas.microsoft.com/office/drawing/2017/decorative" val="1"/>
              </a:ext>
            </a:extLst>
          </p:cNvPr>
          <p:cNvSpPr/>
          <p:nvPr/>
        </p:nvSpPr>
        <p:spPr>
          <a:xfrm>
            <a:off x="7084170" y="2266752"/>
            <a:ext cx="5107831" cy="4591248"/>
          </a:xfrm>
          <a:custGeom>
            <a:avLst/>
            <a:gdLst>
              <a:gd name="connsiteX0" fmla="*/ 501521 w 5107831"/>
              <a:gd name="connsiteY0" fmla="*/ 0 h 4591248"/>
              <a:gd name="connsiteX1" fmla="*/ 5107831 w 5107831"/>
              <a:gd name="connsiteY1" fmla="*/ 0 h 4591248"/>
              <a:gd name="connsiteX2" fmla="*/ 5107831 w 5107831"/>
              <a:gd name="connsiteY2" fmla="*/ 4591248 h 4591248"/>
              <a:gd name="connsiteX3" fmla="*/ 0 w 5107831"/>
              <a:gd name="connsiteY3" fmla="*/ 4591248 h 4591248"/>
              <a:gd name="connsiteX4" fmla="*/ 0 w 5107831"/>
              <a:gd name="connsiteY4" fmla="*/ 501522 h 4591248"/>
              <a:gd name="connsiteX5" fmla="*/ 501521 w 5107831"/>
              <a:gd name="connsiteY5" fmla="*/ 0 h 4591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07831" h="4591248">
                <a:moveTo>
                  <a:pt x="501521" y="0"/>
                </a:moveTo>
                <a:lnTo>
                  <a:pt x="5107831" y="0"/>
                </a:lnTo>
                <a:lnTo>
                  <a:pt x="5107831" y="4591248"/>
                </a:lnTo>
                <a:lnTo>
                  <a:pt x="0" y="4591248"/>
                </a:lnTo>
                <a:lnTo>
                  <a:pt x="0" y="501522"/>
                </a:lnTo>
                <a:cubicBezTo>
                  <a:pt x="0" y="224539"/>
                  <a:pt x="224538" y="0"/>
                  <a:pt x="501521"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597833" y="2762450"/>
            <a:ext cx="3870267" cy="3333549"/>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97833" y="6329172"/>
            <a:ext cx="2020539"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498169" y="6329172"/>
            <a:ext cx="1405916"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93918159"/>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208428" y="5434066"/>
            <a:ext cx="11259672" cy="1340631"/>
          </a:xfrm>
        </p:spPr>
        <p:txBody>
          <a:bodyPr anchor="ctr">
            <a:noAutofit/>
          </a:bodyPr>
          <a:lstStyle>
            <a:lvl1pPr>
              <a:lnSpc>
                <a:spcPct val="80000"/>
              </a:lnSpc>
              <a:defRPr sz="9200">
                <a:solidFill>
                  <a:schemeClr val="accent1"/>
                </a:solidFill>
              </a:defRPr>
            </a:lvl1pPr>
          </a:lstStyle>
          <a:p>
            <a:r>
              <a:rPr lang="en-US" dirty="0"/>
              <a:t>Agenda</a:t>
            </a:r>
          </a:p>
        </p:txBody>
      </p:sp>
      <p:sp>
        <p:nvSpPr>
          <p:cNvPr id="4" name="Picture Placeholder 3">
            <a:extLst>
              <a:ext uri="{FF2B5EF4-FFF2-40B4-BE49-F238E27FC236}">
                <a16:creationId xmlns:a16="http://schemas.microsoft.com/office/drawing/2014/main" id="{9A527762-C88B-23BA-9A3F-621F88C685CC}"/>
              </a:ext>
            </a:extLst>
          </p:cNvPr>
          <p:cNvSpPr>
            <a:spLocks noGrp="1"/>
          </p:cNvSpPr>
          <p:nvPr>
            <p:ph type="pic" sz="quarter" idx="15" hasCustomPrompt="1"/>
          </p:nvPr>
        </p:nvSpPr>
        <p:spPr>
          <a:xfrm>
            <a:off x="0" y="1"/>
            <a:ext cx="7075656" cy="5017475"/>
          </a:xfrm>
          <a:custGeom>
            <a:avLst/>
            <a:gdLst>
              <a:gd name="connsiteX0" fmla="*/ 0 w 7075656"/>
              <a:gd name="connsiteY0" fmla="*/ 0 h 5017475"/>
              <a:gd name="connsiteX1" fmla="*/ 7075656 w 7075656"/>
              <a:gd name="connsiteY1" fmla="*/ 0 h 5017475"/>
              <a:gd name="connsiteX2" fmla="*/ 7075656 w 7075656"/>
              <a:gd name="connsiteY2" fmla="*/ 4515953 h 5017475"/>
              <a:gd name="connsiteX3" fmla="*/ 6574134 w 7075656"/>
              <a:gd name="connsiteY3" fmla="*/ 5017475 h 5017475"/>
              <a:gd name="connsiteX4" fmla="*/ 0 w 7075656"/>
              <a:gd name="connsiteY4" fmla="*/ 5017475 h 5017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75656" h="5017475">
                <a:moveTo>
                  <a:pt x="0" y="0"/>
                </a:moveTo>
                <a:lnTo>
                  <a:pt x="7075656" y="0"/>
                </a:lnTo>
                <a:lnTo>
                  <a:pt x="7075656" y="4515953"/>
                </a:lnTo>
                <a:cubicBezTo>
                  <a:pt x="7075656" y="4792936"/>
                  <a:pt x="6851117" y="5017475"/>
                  <a:pt x="6574134" y="5017475"/>
                </a:cubicBezTo>
                <a:lnTo>
                  <a:pt x="0" y="5017475"/>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701094" y="791110"/>
            <a:ext cx="3767006" cy="4226366"/>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01094" y="190984"/>
            <a:ext cx="2713574"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829799" y="190984"/>
            <a:ext cx="1074285"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190984"/>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68612727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289871" y="1717296"/>
            <a:ext cx="5618603" cy="1189805"/>
          </a:xfrm>
        </p:spPr>
        <p:txBody>
          <a:bodyPr anchor="b">
            <a:normAutofit/>
          </a:bodyPr>
          <a:lstStyle>
            <a:lvl1pPr algn="ct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3884734" y="3138477"/>
            <a:ext cx="4428877" cy="2116570"/>
          </a:xfrm>
        </p:spPr>
        <p:txBody>
          <a:bodyPr vert="horz" lIns="91440" tIns="45720" rIns="91440" bIns="45720" rtlCol="0">
            <a:normAutofit/>
          </a:bodyPr>
          <a:lstStyle>
            <a:lvl1pPr marL="0" indent="0" algn="ctr">
              <a:buNone/>
              <a:defRPr lang="en-US" sz="1400" dirty="0"/>
            </a:lvl1pPr>
            <a:lvl2pPr marL="228600" indent="0" algn="ctr">
              <a:buNone/>
              <a:defRPr lang="en-US" sz="1200" dirty="0"/>
            </a:lvl2pPr>
            <a:lvl3pPr marL="457200" indent="0" algn="ctr">
              <a:buNone/>
              <a:defRPr lang="en-US" sz="1100" dirty="0"/>
            </a:lvl3pPr>
            <a:lvl4pPr marL="685800" indent="0" algn="ctr">
              <a:buNone/>
              <a:defRPr lang="en-US" sz="1100" dirty="0"/>
            </a:lvl4pPr>
            <a:lvl5pPr marL="914400" indent="0" algn="ctr">
              <a:buNone/>
              <a:defRPr lang="en-US" sz="11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41269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939160" y="1993392"/>
            <a:ext cx="3097924" cy="216035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39103" y="1993392"/>
            <a:ext cx="4856097" cy="35387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655604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42625" y="1508760"/>
            <a:ext cx="3390442" cy="2857500"/>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57596" y="1508760"/>
            <a:ext cx="5233669" cy="413187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795648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19200" y="1097280"/>
            <a:ext cx="3205908" cy="3428174"/>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46320" y="1098484"/>
            <a:ext cx="6126480" cy="507371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29554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3367238" cy="203120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94998" y="822960"/>
            <a:ext cx="7087401" cy="534924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0091741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60520" y="822960"/>
            <a:ext cx="7305005" cy="972657"/>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F1613FF0-3917-A83C-848B-3D1932393483}"/>
              </a:ext>
            </a:extLst>
          </p:cNvPr>
          <p:cNvSpPr>
            <a:spLocks noGrp="1"/>
          </p:cNvSpPr>
          <p:nvPr>
            <p:ph type="pic" sz="quarter" idx="15" hasCustomPrompt="1"/>
          </p:nvPr>
        </p:nvSpPr>
        <p:spPr>
          <a:xfrm>
            <a:off x="0" y="0"/>
            <a:ext cx="3493008" cy="6107204"/>
          </a:xfrm>
          <a:custGeom>
            <a:avLst/>
            <a:gdLst>
              <a:gd name="connsiteX0" fmla="*/ 0 w 3493008"/>
              <a:gd name="connsiteY0" fmla="*/ 0 h 6107204"/>
              <a:gd name="connsiteX1" fmla="*/ 3493008 w 3493008"/>
              <a:gd name="connsiteY1" fmla="*/ 0 h 6107204"/>
              <a:gd name="connsiteX2" fmla="*/ 3493008 w 3493008"/>
              <a:gd name="connsiteY2" fmla="*/ 5602161 h 6107204"/>
              <a:gd name="connsiteX3" fmla="*/ 2991486 w 3493008"/>
              <a:gd name="connsiteY3" fmla="*/ 6107204 h 6107204"/>
              <a:gd name="connsiteX4" fmla="*/ 0 w 3493008"/>
              <a:gd name="connsiteY4" fmla="*/ 6107204 h 6107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3008" h="6107204">
                <a:moveTo>
                  <a:pt x="0" y="0"/>
                </a:moveTo>
                <a:lnTo>
                  <a:pt x="3493008" y="0"/>
                </a:lnTo>
                <a:lnTo>
                  <a:pt x="3493008" y="5602161"/>
                </a:lnTo>
                <a:cubicBezTo>
                  <a:pt x="3493008" y="5881089"/>
                  <a:pt x="3268469" y="6107204"/>
                  <a:pt x="2991486" y="6107204"/>
                </a:cubicBezTo>
                <a:lnTo>
                  <a:pt x="0" y="610720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63095" y="1993392"/>
            <a:ext cx="7305005" cy="41208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3282902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7196328" cy="1068324"/>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996440"/>
            <a:ext cx="719632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2090" y="6329172"/>
            <a:ext cx="2816835"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974104" y="6329172"/>
            <a:ext cx="266090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809836"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
        <p:nvSpPr>
          <p:cNvPr id="11" name="Picture Placeholder 10">
            <a:extLst>
              <a:ext uri="{FF2B5EF4-FFF2-40B4-BE49-F238E27FC236}">
                <a16:creationId xmlns:a16="http://schemas.microsoft.com/office/drawing/2014/main" id="{8BBFAFCD-BCC9-C2BB-355B-1D08B9A7708D}"/>
              </a:ext>
            </a:extLst>
          </p:cNvPr>
          <p:cNvSpPr>
            <a:spLocks noGrp="1"/>
          </p:cNvSpPr>
          <p:nvPr>
            <p:ph type="pic" sz="quarter" idx="15" hasCustomPrompt="1"/>
          </p:nvPr>
        </p:nvSpPr>
        <p:spPr>
          <a:xfrm>
            <a:off x="8698986" y="758460"/>
            <a:ext cx="3493014" cy="6099541"/>
          </a:xfrm>
          <a:custGeom>
            <a:avLst/>
            <a:gdLst>
              <a:gd name="connsiteX0" fmla="*/ 501522 w 3493014"/>
              <a:gd name="connsiteY0" fmla="*/ 0 h 6099541"/>
              <a:gd name="connsiteX1" fmla="*/ 3493014 w 3493014"/>
              <a:gd name="connsiteY1" fmla="*/ 0 h 6099541"/>
              <a:gd name="connsiteX2" fmla="*/ 3493014 w 3493014"/>
              <a:gd name="connsiteY2" fmla="*/ 6099541 h 6099541"/>
              <a:gd name="connsiteX3" fmla="*/ 0 w 3493014"/>
              <a:gd name="connsiteY3" fmla="*/ 6099541 h 6099541"/>
              <a:gd name="connsiteX4" fmla="*/ 0 w 3493014"/>
              <a:gd name="connsiteY4" fmla="*/ 501522 h 6099541"/>
              <a:gd name="connsiteX5" fmla="*/ 501522 w 3493014"/>
              <a:gd name="connsiteY5" fmla="*/ 0 h 609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3014" h="6099541">
                <a:moveTo>
                  <a:pt x="501522" y="0"/>
                </a:moveTo>
                <a:lnTo>
                  <a:pt x="3493014" y="0"/>
                </a:lnTo>
                <a:lnTo>
                  <a:pt x="3493014" y="6099541"/>
                </a:lnTo>
                <a:lnTo>
                  <a:pt x="0" y="6099541"/>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4860518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478799" y="374904"/>
            <a:ext cx="8029143" cy="914400"/>
          </a:xfrm>
        </p:spPr>
        <p:txBody>
          <a:bodyPr anchor="b"/>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640F6D4C-AB58-61E2-820C-26713F7162B4}"/>
              </a:ext>
            </a:extLst>
          </p:cNvPr>
          <p:cNvSpPr>
            <a:spLocks noGrp="1"/>
          </p:cNvSpPr>
          <p:nvPr>
            <p:ph type="pic" sz="quarter" idx="15" hasCustomPrompt="1"/>
          </p:nvPr>
        </p:nvSpPr>
        <p:spPr>
          <a:xfrm>
            <a:off x="1" y="0"/>
            <a:ext cx="2812577" cy="6096000"/>
          </a:xfrm>
          <a:custGeom>
            <a:avLst/>
            <a:gdLst>
              <a:gd name="connsiteX0" fmla="*/ 0 w 2812577"/>
              <a:gd name="connsiteY0" fmla="*/ 0 h 6096000"/>
              <a:gd name="connsiteX1" fmla="*/ 2812577 w 2812577"/>
              <a:gd name="connsiteY1" fmla="*/ 0 h 6096000"/>
              <a:gd name="connsiteX2" fmla="*/ 2812577 w 2812577"/>
              <a:gd name="connsiteY2" fmla="*/ 5594478 h 6096000"/>
              <a:gd name="connsiteX3" fmla="*/ 2311055 w 2812577"/>
              <a:gd name="connsiteY3" fmla="*/ 6096000 h 6096000"/>
              <a:gd name="connsiteX4" fmla="*/ 0 w 2812577"/>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5594478"/>
                </a:lnTo>
                <a:cubicBezTo>
                  <a:pt x="2812577" y="5871461"/>
                  <a:pt x="2588038" y="6096000"/>
                  <a:pt x="2311055" y="6096000"/>
                </a:cubicBezTo>
                <a:lnTo>
                  <a:pt x="0" y="6096000"/>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478798" y="1444752"/>
            <a:ext cx="8029144"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3478799"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124329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365760"/>
            <a:ext cx="7935953" cy="914400"/>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444752"/>
            <a:ext cx="7935953"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1">
            <a:extLst>
              <a:ext uri="{FF2B5EF4-FFF2-40B4-BE49-F238E27FC236}">
                <a16:creationId xmlns:a16="http://schemas.microsoft.com/office/drawing/2014/main" id="{365D02ED-881B-AC26-9FB1-E0C7AC5229CD}"/>
              </a:ext>
            </a:extLst>
          </p:cNvPr>
          <p:cNvSpPr>
            <a:spLocks noGrp="1"/>
          </p:cNvSpPr>
          <p:nvPr>
            <p:ph type="pic" sz="quarter" idx="15" hasCustomPrompt="1"/>
          </p:nvPr>
        </p:nvSpPr>
        <p:spPr>
          <a:xfrm>
            <a:off x="9379423" y="0"/>
            <a:ext cx="2812577" cy="6096000"/>
          </a:xfrm>
          <a:custGeom>
            <a:avLst/>
            <a:gdLst>
              <a:gd name="connsiteX0" fmla="*/ 0 w 2812577"/>
              <a:gd name="connsiteY0" fmla="*/ 0 h 6096000"/>
              <a:gd name="connsiteX1" fmla="*/ 2812577 w 2812577"/>
              <a:gd name="connsiteY1" fmla="*/ 0 h 6096000"/>
              <a:gd name="connsiteX2" fmla="*/ 2812577 w 2812577"/>
              <a:gd name="connsiteY2" fmla="*/ 6096000 h 6096000"/>
              <a:gd name="connsiteX3" fmla="*/ 501522 w 2812577"/>
              <a:gd name="connsiteY3" fmla="*/ 6096000 h 6096000"/>
              <a:gd name="connsiteX4" fmla="*/ 0 w 281257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6096000"/>
                </a:lnTo>
                <a:lnTo>
                  <a:pt x="501522" y="6096000"/>
                </a:lnTo>
                <a:cubicBezTo>
                  <a:pt x="224539" y="6096000"/>
                  <a:pt x="0" y="5871461"/>
                  <a:pt x="0" y="5594478"/>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52392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1301" y="822960"/>
            <a:ext cx="5986799" cy="1092104"/>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3253D553-C5F3-3129-9E70-5FFBFDC9ECE7}"/>
              </a:ext>
            </a:extLst>
          </p:cNvPr>
          <p:cNvSpPr>
            <a:spLocks noGrp="1"/>
          </p:cNvSpPr>
          <p:nvPr>
            <p:ph type="pic" sz="quarter" idx="15" hasCustomPrompt="1"/>
          </p:nvPr>
        </p:nvSpPr>
        <p:spPr>
          <a:xfrm>
            <a:off x="0" y="0"/>
            <a:ext cx="4785141" cy="6096000"/>
          </a:xfrm>
          <a:custGeom>
            <a:avLst/>
            <a:gdLst>
              <a:gd name="connsiteX0" fmla="*/ 0 w 4785141"/>
              <a:gd name="connsiteY0" fmla="*/ 0 h 6096000"/>
              <a:gd name="connsiteX1" fmla="*/ 4785141 w 4785141"/>
              <a:gd name="connsiteY1" fmla="*/ 0 h 6096000"/>
              <a:gd name="connsiteX2" fmla="*/ 4785141 w 4785141"/>
              <a:gd name="connsiteY2" fmla="*/ 5594478 h 6096000"/>
              <a:gd name="connsiteX3" fmla="*/ 4283619 w 4785141"/>
              <a:gd name="connsiteY3" fmla="*/ 6096000 h 6096000"/>
              <a:gd name="connsiteX4" fmla="*/ 0 w 4785141"/>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5141" h="6096000">
                <a:moveTo>
                  <a:pt x="0" y="0"/>
                </a:moveTo>
                <a:lnTo>
                  <a:pt x="4785141" y="0"/>
                </a:lnTo>
                <a:lnTo>
                  <a:pt x="4785141" y="5594478"/>
                </a:lnTo>
                <a:cubicBezTo>
                  <a:pt x="4785141" y="5871461"/>
                  <a:pt x="4560602" y="6096000"/>
                  <a:pt x="4283619" y="6096000"/>
                </a:cubicBezTo>
                <a:lnTo>
                  <a:pt x="0" y="609600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481302" y="1996440"/>
            <a:ext cx="598679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1870182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6" y="822960"/>
            <a:ext cx="6140334" cy="973212"/>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71725" y="1996440"/>
            <a:ext cx="6140335" cy="4099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31088019-00EC-C5EE-FDBA-3FD6E5C52EF8}"/>
              </a:ext>
            </a:extLst>
          </p:cNvPr>
          <p:cNvSpPr>
            <a:spLocks noGrp="1"/>
          </p:cNvSpPr>
          <p:nvPr>
            <p:ph type="pic" sz="quarter" idx="15" hasCustomPrompt="1"/>
          </p:nvPr>
        </p:nvSpPr>
        <p:spPr>
          <a:xfrm>
            <a:off x="7619999" y="0"/>
            <a:ext cx="4572001" cy="6095689"/>
          </a:xfrm>
          <a:custGeom>
            <a:avLst/>
            <a:gdLst>
              <a:gd name="connsiteX0" fmla="*/ 0 w 4572001"/>
              <a:gd name="connsiteY0" fmla="*/ 0 h 6095689"/>
              <a:gd name="connsiteX1" fmla="*/ 4572001 w 4572001"/>
              <a:gd name="connsiteY1" fmla="*/ 0 h 6095689"/>
              <a:gd name="connsiteX2" fmla="*/ 4572001 w 4572001"/>
              <a:gd name="connsiteY2" fmla="*/ 6095689 h 6095689"/>
              <a:gd name="connsiteX3" fmla="*/ 501522 w 4572001"/>
              <a:gd name="connsiteY3" fmla="*/ 6095689 h 6095689"/>
              <a:gd name="connsiteX4" fmla="*/ 0 w 4572001"/>
              <a:gd name="connsiteY4" fmla="*/ 5590205 h 6095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1" h="6095689">
                <a:moveTo>
                  <a:pt x="0" y="0"/>
                </a:moveTo>
                <a:lnTo>
                  <a:pt x="4572001" y="0"/>
                </a:lnTo>
                <a:lnTo>
                  <a:pt x="4572001" y="6095689"/>
                </a:lnTo>
                <a:lnTo>
                  <a:pt x="501522" y="6095689"/>
                </a:lnTo>
                <a:cubicBezTo>
                  <a:pt x="224539" y="6095689"/>
                  <a:pt x="0" y="5869376"/>
                  <a:pt x="0" y="5590205"/>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9" name="Footer Placeholder 8">
            <a:extLst>
              <a:ext uri="{FF2B5EF4-FFF2-40B4-BE49-F238E27FC236}">
                <a16:creationId xmlns:a16="http://schemas.microsoft.com/office/drawing/2014/main" id="{F1B30B23-B6C4-3723-57BA-D70C99D0320B}"/>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B5CB376B-27E9-4CDA-655E-2AE645F1DE44}"/>
              </a:ext>
            </a:extLst>
          </p:cNvPr>
          <p:cNvSpPr>
            <a:spLocks noGrp="1"/>
          </p:cNvSpPr>
          <p:nvPr>
            <p:ph type="dt" sz="half" idx="16"/>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4EC5A43C-DD1F-E7E6-BBC8-F953BC288BB0}"/>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7755177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4DBFBCB5-4A7B-F7B3-9AAF-F908FB128AB0}"/>
              </a:ext>
            </a:extLst>
          </p:cNvPr>
          <p:cNvSpPr>
            <a:spLocks noGrp="1"/>
          </p:cNvSpPr>
          <p:nvPr>
            <p:ph type="pic" sz="quarter" idx="15" hasCustomPrompt="1"/>
          </p:nvPr>
        </p:nvSpPr>
        <p:spPr>
          <a:xfrm>
            <a:off x="0" y="0"/>
            <a:ext cx="6548534" cy="6100464"/>
          </a:xfrm>
          <a:custGeom>
            <a:avLst/>
            <a:gdLst>
              <a:gd name="connsiteX0" fmla="*/ 0 w 6548534"/>
              <a:gd name="connsiteY0" fmla="*/ 0 h 6100464"/>
              <a:gd name="connsiteX1" fmla="*/ 6548534 w 6548534"/>
              <a:gd name="connsiteY1" fmla="*/ 0 h 6100464"/>
              <a:gd name="connsiteX2" fmla="*/ 6548534 w 6548534"/>
              <a:gd name="connsiteY2" fmla="*/ 5595865 h 6100464"/>
              <a:gd name="connsiteX3" fmla="*/ 6047012 w 6548534"/>
              <a:gd name="connsiteY3" fmla="*/ 6100464 h 6100464"/>
              <a:gd name="connsiteX4" fmla="*/ 0 w 6548534"/>
              <a:gd name="connsiteY4" fmla="*/ 6100464 h 61004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534" h="6100464">
                <a:moveTo>
                  <a:pt x="0" y="0"/>
                </a:moveTo>
                <a:lnTo>
                  <a:pt x="6548534" y="0"/>
                </a:lnTo>
                <a:lnTo>
                  <a:pt x="6548534" y="5595865"/>
                </a:lnTo>
                <a:cubicBezTo>
                  <a:pt x="6548534" y="5874548"/>
                  <a:pt x="6323995" y="6100464"/>
                  <a:pt x="6047012" y="6100464"/>
                </a:cubicBezTo>
                <a:lnTo>
                  <a:pt x="0" y="610046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116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8F54AB8-6B4D-C00F-7A9F-6627E7066D2A}"/>
              </a:ext>
            </a:extLst>
          </p:cNvPr>
          <p:cNvSpPr>
            <a:spLocks noGrp="1"/>
          </p:cNvSpPr>
          <p:nvPr>
            <p:ph type="ftr" sz="quarter" idx="17"/>
          </p:nvPr>
        </p:nvSpPr>
        <p:spPr/>
        <p:txBody>
          <a:bodyPr/>
          <a:lstStyle/>
          <a:p>
            <a:endParaRPr lang="en-US"/>
          </a:p>
        </p:txBody>
      </p:sp>
      <p:sp>
        <p:nvSpPr>
          <p:cNvPr id="4" name="Date Placeholder 3">
            <a:extLst>
              <a:ext uri="{FF2B5EF4-FFF2-40B4-BE49-F238E27FC236}">
                <a16:creationId xmlns:a16="http://schemas.microsoft.com/office/drawing/2014/main" id="{DC218C63-B1E1-78F4-CF24-6991FB09C1C4}"/>
              </a:ext>
            </a:extLst>
          </p:cNvPr>
          <p:cNvSpPr>
            <a:spLocks noGrp="1"/>
          </p:cNvSpPr>
          <p:nvPr>
            <p:ph type="dt" sz="half" idx="16"/>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BD268E9B-F4A2-5ABF-D43A-3BF4DCADB3FB}"/>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247215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4" y="822961"/>
            <a:ext cx="4177554" cy="1031240"/>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1725" y="1993392"/>
            <a:ext cx="4177553" cy="4102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CD2D7B58-DFF6-BC00-8544-64FC5F7EED57}"/>
              </a:ext>
            </a:extLst>
          </p:cNvPr>
          <p:cNvSpPr>
            <a:spLocks noGrp="1"/>
          </p:cNvSpPr>
          <p:nvPr>
            <p:ph type="pic" sz="quarter" idx="15" hasCustomPrompt="1"/>
          </p:nvPr>
        </p:nvSpPr>
        <p:spPr>
          <a:xfrm>
            <a:off x="5643722" y="0"/>
            <a:ext cx="6548279" cy="6105855"/>
          </a:xfrm>
          <a:custGeom>
            <a:avLst/>
            <a:gdLst>
              <a:gd name="connsiteX0" fmla="*/ 0 w 6548279"/>
              <a:gd name="connsiteY0" fmla="*/ 0 h 6105855"/>
              <a:gd name="connsiteX1" fmla="*/ 6548279 w 6548279"/>
              <a:gd name="connsiteY1" fmla="*/ 0 h 6105855"/>
              <a:gd name="connsiteX2" fmla="*/ 6548279 w 6548279"/>
              <a:gd name="connsiteY2" fmla="*/ 6105855 h 6105855"/>
              <a:gd name="connsiteX3" fmla="*/ 501522 w 6548279"/>
              <a:gd name="connsiteY3" fmla="*/ 6105855 h 6105855"/>
              <a:gd name="connsiteX4" fmla="*/ 0 w 6548279"/>
              <a:gd name="connsiteY4" fmla="*/ 5600680 h 6105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279" h="6105855">
                <a:moveTo>
                  <a:pt x="0" y="0"/>
                </a:moveTo>
                <a:lnTo>
                  <a:pt x="6548279" y="0"/>
                </a:lnTo>
                <a:lnTo>
                  <a:pt x="6548279" y="6105855"/>
                </a:lnTo>
                <a:lnTo>
                  <a:pt x="501522" y="6105855"/>
                </a:lnTo>
                <a:cubicBezTo>
                  <a:pt x="224539" y="6105855"/>
                  <a:pt x="0" y="5879680"/>
                  <a:pt x="0" y="560068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9661403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19" name="Picture Placeholder 18">
            <a:extLst>
              <a:ext uri="{FF2B5EF4-FFF2-40B4-BE49-F238E27FC236}">
                <a16:creationId xmlns:a16="http://schemas.microsoft.com/office/drawing/2014/main" id="{03AE08AD-600E-B6CB-33D0-F11CE0529C45}"/>
              </a:ext>
            </a:extLst>
          </p:cNvPr>
          <p:cNvSpPr>
            <a:spLocks noGrp="1"/>
          </p:cNvSpPr>
          <p:nvPr>
            <p:ph type="pic" sz="quarter" idx="15" hasCustomPrompt="1"/>
          </p:nvPr>
        </p:nvSpPr>
        <p:spPr>
          <a:xfrm>
            <a:off x="1" y="765214"/>
            <a:ext cx="6559827" cy="6092786"/>
          </a:xfrm>
          <a:custGeom>
            <a:avLst/>
            <a:gdLst>
              <a:gd name="connsiteX0" fmla="*/ 0 w 6559827"/>
              <a:gd name="connsiteY0" fmla="*/ 0 h 6092786"/>
              <a:gd name="connsiteX1" fmla="*/ 6058305 w 6559827"/>
              <a:gd name="connsiteY1" fmla="*/ 0 h 6092786"/>
              <a:gd name="connsiteX2" fmla="*/ 6559827 w 6559827"/>
              <a:gd name="connsiteY2" fmla="*/ 501522 h 6092786"/>
              <a:gd name="connsiteX3" fmla="*/ 6559827 w 6559827"/>
              <a:gd name="connsiteY3" fmla="*/ 6092786 h 6092786"/>
              <a:gd name="connsiteX4" fmla="*/ 0 w 6559827"/>
              <a:gd name="connsiteY4" fmla="*/ 6092786 h 6092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9827" h="6092786">
                <a:moveTo>
                  <a:pt x="0" y="0"/>
                </a:moveTo>
                <a:lnTo>
                  <a:pt x="6058305" y="0"/>
                </a:lnTo>
                <a:cubicBezTo>
                  <a:pt x="6335288" y="0"/>
                  <a:pt x="6559827" y="224539"/>
                  <a:pt x="6559827" y="501522"/>
                </a:cubicBezTo>
                <a:lnTo>
                  <a:pt x="6559827" y="6092786"/>
                </a:lnTo>
                <a:lnTo>
                  <a:pt x="0" y="6092786"/>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071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223069" y="6329172"/>
            <a:ext cx="281683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01199" y="6329172"/>
            <a:ext cx="1387589"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5096" y="6329172"/>
            <a:ext cx="454437"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462659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324"/>
            <a:ext cx="2959272" cy="1630841"/>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8096" y="2590800"/>
            <a:ext cx="2959272" cy="3505200"/>
          </a:xfrm>
        </p:spPr>
        <p:txBody>
          <a:bodyPr vert="horz" lIns="91440" tIns="45720" rIns="91440" bIns="45720" rtlCol="0">
            <a:normAutofit/>
          </a:bodyPr>
          <a:lstStyle>
            <a:lvl1pPr marL="285750" indent="-285750">
              <a:buFont typeface="Arial" panose="020B0604020202020204" pitchFamily="34" charset="0"/>
              <a:buChar char="•"/>
              <a:defRPr lang="en-US" dirty="0"/>
            </a:lvl1pPr>
            <a:lvl2pPr marL="400050" indent="-171450">
              <a:buFont typeface="Arial" panose="020B0604020202020204" pitchFamily="34" charset="0"/>
              <a:buChar char="•"/>
              <a:defRPr lang="en-US" dirty="0"/>
            </a:lvl2pPr>
            <a:lvl3pPr marL="628650" indent="-171450">
              <a:buFont typeface="Arial" panose="020B0604020202020204" pitchFamily="34" charset="0"/>
              <a:buChar char="•"/>
              <a:defRPr lang="en-US" dirty="0"/>
            </a:lvl3pPr>
            <a:lvl4pPr marL="857250" indent="-171450">
              <a:buFont typeface="Arial" panose="020B0604020202020204" pitchFamily="34" charset="0"/>
              <a:buChar char="•"/>
              <a:defRPr lang="en-US" dirty="0"/>
            </a:lvl4pPr>
            <a:lvl5pPr marL="1085850" indent="-171450">
              <a:buFont typeface="Arial" panose="020B0604020202020204" pitchFamily="34" charset="0"/>
              <a:buChar cha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7648"/>
            <a:ext cx="18336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601773" y="6318659"/>
            <a:ext cx="1092885"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694658" y="6318659"/>
            <a:ext cx="457200" cy="338328"/>
          </a:xfrm>
        </p:spPr>
        <p:txBody>
          <a:bodyPr/>
          <a:lstStyle/>
          <a:p>
            <a:fld id="{235F31FF-4816-4A7C-BAEE-4B5C41A91EB1}" type="slidenum">
              <a:rPr lang="en-US" smtClean="0"/>
              <a:t>‹#›</a:t>
            </a:fld>
            <a:endParaRPr lang="en-US"/>
          </a:p>
        </p:txBody>
      </p:sp>
      <p:sp>
        <p:nvSpPr>
          <p:cNvPr id="12" name="Picture Placeholder 11">
            <a:extLst>
              <a:ext uri="{FF2B5EF4-FFF2-40B4-BE49-F238E27FC236}">
                <a16:creationId xmlns:a16="http://schemas.microsoft.com/office/drawing/2014/main" id="{0A8E9606-29A0-9DB6-D153-C4863559DC60}"/>
              </a:ext>
            </a:extLst>
          </p:cNvPr>
          <p:cNvSpPr>
            <a:spLocks noGrp="1"/>
          </p:cNvSpPr>
          <p:nvPr>
            <p:ph type="pic" sz="quarter" idx="15" hasCustomPrompt="1"/>
          </p:nvPr>
        </p:nvSpPr>
        <p:spPr>
          <a:xfrm>
            <a:off x="4383033" y="765213"/>
            <a:ext cx="7808967" cy="6092787"/>
          </a:xfrm>
          <a:custGeom>
            <a:avLst/>
            <a:gdLst>
              <a:gd name="connsiteX0" fmla="*/ 501522 w 7808967"/>
              <a:gd name="connsiteY0" fmla="*/ 0 h 6092787"/>
              <a:gd name="connsiteX1" fmla="*/ 7808967 w 7808967"/>
              <a:gd name="connsiteY1" fmla="*/ 0 h 6092787"/>
              <a:gd name="connsiteX2" fmla="*/ 7808967 w 7808967"/>
              <a:gd name="connsiteY2" fmla="*/ 6092787 h 6092787"/>
              <a:gd name="connsiteX3" fmla="*/ 0 w 7808967"/>
              <a:gd name="connsiteY3" fmla="*/ 6092787 h 6092787"/>
              <a:gd name="connsiteX4" fmla="*/ 0 w 7808967"/>
              <a:gd name="connsiteY4" fmla="*/ 501522 h 6092787"/>
              <a:gd name="connsiteX5" fmla="*/ 501522 w 7808967"/>
              <a:gd name="connsiteY5" fmla="*/ 0 h 609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08967" h="6092787">
                <a:moveTo>
                  <a:pt x="501522" y="0"/>
                </a:moveTo>
                <a:lnTo>
                  <a:pt x="7808967" y="0"/>
                </a:lnTo>
                <a:lnTo>
                  <a:pt x="7808967" y="6092787"/>
                </a:lnTo>
                <a:lnTo>
                  <a:pt x="0" y="6092787"/>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5591672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4842437"/>
            <a:ext cx="3636745" cy="1253564"/>
          </a:xfrm>
        </p:spPr>
        <p:txBody>
          <a:bodyPr anchor="t">
            <a:noAutofit/>
          </a:bodyPr>
          <a:lstStyle>
            <a:lvl1pPr>
              <a:defRPr sz="2500"/>
            </a:lvl1pPr>
          </a:lstStyle>
          <a:p>
            <a:r>
              <a:rPr lang="en-US"/>
              <a:t>Click to edit Master title style</a:t>
            </a:r>
            <a:endParaRPr lang="en-US" dirty="0"/>
          </a:p>
        </p:txBody>
      </p:sp>
      <p:sp>
        <p:nvSpPr>
          <p:cNvPr id="9" name="Picture Placeholder 3">
            <a:extLst>
              <a:ext uri="{FF2B5EF4-FFF2-40B4-BE49-F238E27FC236}">
                <a16:creationId xmlns:a16="http://schemas.microsoft.com/office/drawing/2014/main" id="{D90D792C-BF4F-3E3A-5C82-8AA602818235}"/>
              </a:ext>
            </a:extLst>
          </p:cNvPr>
          <p:cNvSpPr>
            <a:spLocks noGrp="1"/>
          </p:cNvSpPr>
          <p:nvPr>
            <p:ph type="pic" sz="quarter" idx="15" hasCustomPrompt="1"/>
          </p:nvPr>
        </p:nvSpPr>
        <p:spPr>
          <a:xfrm>
            <a:off x="0" y="0"/>
            <a:ext cx="11468100" cy="4354140"/>
          </a:xfrm>
          <a:custGeom>
            <a:avLst/>
            <a:gdLst>
              <a:gd name="connsiteX0" fmla="*/ 0 w 11468100"/>
              <a:gd name="connsiteY0" fmla="*/ 0 h 4354140"/>
              <a:gd name="connsiteX1" fmla="*/ 11468100 w 11468100"/>
              <a:gd name="connsiteY1" fmla="*/ 0 h 4354140"/>
              <a:gd name="connsiteX2" fmla="*/ 11468100 w 11468100"/>
              <a:gd name="connsiteY2" fmla="*/ 3852618 h 4354140"/>
              <a:gd name="connsiteX3" fmla="*/ 10965387 w 11468100"/>
              <a:gd name="connsiteY3" fmla="*/ 4354140 h 4354140"/>
              <a:gd name="connsiteX4" fmla="*/ 0 w 11468100"/>
              <a:gd name="connsiteY4" fmla="*/ 4354140 h 4354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4354140">
                <a:moveTo>
                  <a:pt x="0" y="0"/>
                </a:moveTo>
                <a:lnTo>
                  <a:pt x="11468100" y="0"/>
                </a:lnTo>
                <a:lnTo>
                  <a:pt x="11468100" y="3852618"/>
                </a:lnTo>
                <a:cubicBezTo>
                  <a:pt x="11468100" y="4129601"/>
                  <a:pt x="11243028" y="4354140"/>
                  <a:pt x="10965387" y="4354140"/>
                </a:cubicBezTo>
                <a:lnTo>
                  <a:pt x="0" y="435414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89635" y="4854632"/>
            <a:ext cx="6579807" cy="139376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8593401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4095740"/>
            <a:ext cx="3242191" cy="1704459"/>
          </a:xfrm>
        </p:spPr>
        <p:txBody>
          <a:bodyPr anchor="t">
            <a:noAutofit/>
          </a:bodyPr>
          <a:lstStyle>
            <a:lvl1pPr>
              <a:defRPr sz="25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C842B8C5-7416-8C92-3E56-737867305A74}"/>
              </a:ext>
            </a:extLst>
          </p:cNvPr>
          <p:cNvSpPr>
            <a:spLocks noGrp="1"/>
          </p:cNvSpPr>
          <p:nvPr>
            <p:ph type="pic" sz="quarter" idx="15" hasCustomPrompt="1"/>
          </p:nvPr>
        </p:nvSpPr>
        <p:spPr>
          <a:xfrm>
            <a:off x="0" y="0"/>
            <a:ext cx="11468100" cy="3659602"/>
          </a:xfrm>
          <a:custGeom>
            <a:avLst/>
            <a:gdLst>
              <a:gd name="connsiteX0" fmla="*/ 0 w 11468100"/>
              <a:gd name="connsiteY0" fmla="*/ 0 h 3659602"/>
              <a:gd name="connsiteX1" fmla="*/ 11468100 w 11468100"/>
              <a:gd name="connsiteY1" fmla="*/ 0 h 3659602"/>
              <a:gd name="connsiteX2" fmla="*/ 11468100 w 11468100"/>
              <a:gd name="connsiteY2" fmla="*/ 3158080 h 3659602"/>
              <a:gd name="connsiteX3" fmla="*/ 10964923 w 11468100"/>
              <a:gd name="connsiteY3" fmla="*/ 3659602 h 3659602"/>
              <a:gd name="connsiteX4" fmla="*/ 0 w 11468100"/>
              <a:gd name="connsiteY4" fmla="*/ 3659602 h 3659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659602">
                <a:moveTo>
                  <a:pt x="0" y="0"/>
                </a:moveTo>
                <a:lnTo>
                  <a:pt x="11468100" y="0"/>
                </a:lnTo>
                <a:lnTo>
                  <a:pt x="11468100" y="3158080"/>
                </a:lnTo>
                <a:cubicBezTo>
                  <a:pt x="11468100" y="3435063"/>
                  <a:pt x="11242820" y="3659602"/>
                  <a:pt x="10964923" y="3659602"/>
                </a:cubicBezTo>
                <a:lnTo>
                  <a:pt x="0" y="3659602"/>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4095740"/>
            <a:ext cx="7092745" cy="200601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47924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159974" cy="1612741"/>
          </a:xfrm>
        </p:spPr>
        <p:txBody>
          <a:bodyPr anchor="t">
            <a:noAutofit/>
          </a:bodyPr>
          <a:lstStyle>
            <a:lvl1pPr>
              <a:defRPr sz="2500"/>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0D06C70-6C8E-0F10-743F-047DC1563DEE}"/>
              </a:ext>
            </a:extLst>
          </p:cNvPr>
          <p:cNvSpPr>
            <a:spLocks noGrp="1"/>
          </p:cNvSpPr>
          <p:nvPr>
            <p:ph type="ftr" sz="quarter" idx="17"/>
          </p:nvPr>
        </p:nvSpPr>
        <p:spPr>
          <a:xfrm>
            <a:off x="772090" y="64008"/>
            <a:ext cx="2816835" cy="338328"/>
          </a:xfrm>
        </p:spPr>
        <p:txBody>
          <a:bodyPr/>
          <a:lstStyle/>
          <a:p>
            <a:endParaRPr lang="en-US"/>
          </a:p>
        </p:txBody>
      </p:sp>
      <p:sp>
        <p:nvSpPr>
          <p:cNvPr id="3" name="Date Placeholder 2">
            <a:extLst>
              <a:ext uri="{FF2B5EF4-FFF2-40B4-BE49-F238E27FC236}">
                <a16:creationId xmlns:a16="http://schemas.microsoft.com/office/drawing/2014/main" id="{984B292A-7A06-6DDC-E8C4-EBEEF5A46C03}"/>
              </a:ext>
            </a:extLst>
          </p:cNvPr>
          <p:cNvSpPr>
            <a:spLocks noGrp="1"/>
          </p:cNvSpPr>
          <p:nvPr>
            <p:ph type="dt" sz="half" idx="16"/>
          </p:nvPr>
        </p:nvSpPr>
        <p:spPr>
          <a:xfrm>
            <a:off x="9291411" y="64008"/>
            <a:ext cx="1612674" cy="338328"/>
          </a:xfrm>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5D35E09C-E9FB-8393-0705-FD349F06C4C1}"/>
              </a:ext>
            </a:extLst>
          </p:cNvPr>
          <p:cNvSpPr>
            <a:spLocks noGrp="1"/>
          </p:cNvSpPr>
          <p:nvPr>
            <p:ph type="sldNum" sz="quarter" idx="18"/>
          </p:nvPr>
        </p:nvSpPr>
        <p:spPr>
          <a:xfrm>
            <a:off x="11050742" y="64008"/>
            <a:ext cx="457200" cy="338328"/>
          </a:xfrm>
        </p:spPr>
        <p:txBody>
          <a:bodyPr/>
          <a:lstStyle/>
          <a:p>
            <a:fld id="{235F31FF-4816-4A7C-BAEE-4B5C41A91EB1}"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822959"/>
            <a:ext cx="7092745" cy="199867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190B4482-E492-864A-9429-7F3F86067CBD}"/>
              </a:ext>
            </a:extLst>
          </p:cNvPr>
          <p:cNvSpPr>
            <a:spLocks noGrp="1"/>
          </p:cNvSpPr>
          <p:nvPr>
            <p:ph type="pic" sz="quarter" idx="15" hasCustomPrompt="1"/>
          </p:nvPr>
        </p:nvSpPr>
        <p:spPr>
          <a:xfrm>
            <a:off x="0" y="3268078"/>
            <a:ext cx="11468100" cy="3589922"/>
          </a:xfrm>
          <a:custGeom>
            <a:avLst/>
            <a:gdLst>
              <a:gd name="connsiteX0" fmla="*/ 0 w 11468100"/>
              <a:gd name="connsiteY0" fmla="*/ 0 h 3589922"/>
              <a:gd name="connsiteX1" fmla="*/ 10964923 w 11468100"/>
              <a:gd name="connsiteY1" fmla="*/ 0 h 3589922"/>
              <a:gd name="connsiteX2" fmla="*/ 11468100 w 11468100"/>
              <a:gd name="connsiteY2" fmla="*/ 501522 h 3589922"/>
              <a:gd name="connsiteX3" fmla="*/ 11468100 w 11468100"/>
              <a:gd name="connsiteY3" fmla="*/ 3589922 h 3589922"/>
              <a:gd name="connsiteX4" fmla="*/ 0 w 11468100"/>
              <a:gd name="connsiteY4" fmla="*/ 3589922 h 35899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589922">
                <a:moveTo>
                  <a:pt x="0" y="0"/>
                </a:moveTo>
                <a:lnTo>
                  <a:pt x="10964923" y="0"/>
                </a:lnTo>
                <a:cubicBezTo>
                  <a:pt x="11242820" y="0"/>
                  <a:pt x="11468100" y="224539"/>
                  <a:pt x="11468100" y="501522"/>
                </a:cubicBezTo>
                <a:lnTo>
                  <a:pt x="11468100" y="3589922"/>
                </a:lnTo>
                <a:lnTo>
                  <a:pt x="0" y="3589922"/>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6914669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3316097"/>
            <a:ext cx="3242191" cy="1704459"/>
          </a:xfrm>
        </p:spPr>
        <p:txBody>
          <a:bodyPr anchor="t">
            <a:noAutofit/>
          </a:bodyPr>
          <a:lstStyle>
            <a:lvl1pPr>
              <a:defRPr sz="25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D6389053-627F-50C3-46B2-6517FF15D614}"/>
              </a:ext>
            </a:extLst>
          </p:cNvPr>
          <p:cNvSpPr>
            <a:spLocks noGrp="1"/>
          </p:cNvSpPr>
          <p:nvPr>
            <p:ph type="pic" sz="quarter" idx="15" hasCustomPrompt="1"/>
          </p:nvPr>
        </p:nvSpPr>
        <p:spPr>
          <a:xfrm>
            <a:off x="0" y="1"/>
            <a:ext cx="11468100" cy="2879959"/>
          </a:xfrm>
          <a:custGeom>
            <a:avLst/>
            <a:gdLst>
              <a:gd name="connsiteX0" fmla="*/ 0 w 11468100"/>
              <a:gd name="connsiteY0" fmla="*/ 0 h 2879959"/>
              <a:gd name="connsiteX1" fmla="*/ 11468100 w 11468100"/>
              <a:gd name="connsiteY1" fmla="*/ 0 h 2879959"/>
              <a:gd name="connsiteX2" fmla="*/ 11468100 w 11468100"/>
              <a:gd name="connsiteY2" fmla="*/ 2378437 h 2879959"/>
              <a:gd name="connsiteX3" fmla="*/ 10964923 w 11468100"/>
              <a:gd name="connsiteY3" fmla="*/ 2879959 h 2879959"/>
              <a:gd name="connsiteX4" fmla="*/ 0 w 11468100"/>
              <a:gd name="connsiteY4" fmla="*/ 2879959 h 2879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2879959">
                <a:moveTo>
                  <a:pt x="0" y="0"/>
                </a:moveTo>
                <a:lnTo>
                  <a:pt x="11468100" y="0"/>
                </a:lnTo>
                <a:lnTo>
                  <a:pt x="11468100" y="2378437"/>
                </a:lnTo>
                <a:cubicBezTo>
                  <a:pt x="11468100" y="2655420"/>
                  <a:pt x="11242820" y="2879959"/>
                  <a:pt x="10964923" y="2879959"/>
                </a:cubicBezTo>
                <a:lnTo>
                  <a:pt x="0" y="287995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3316096"/>
            <a:ext cx="7092745" cy="28529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943917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04428"/>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F790B68-0230-A98B-796E-2C008AC2CC5D}"/>
              </a:ext>
            </a:extLst>
          </p:cNvPr>
          <p:cNvSpPr>
            <a:spLocks noGrp="1"/>
          </p:cNvSpPr>
          <p:nvPr>
            <p:ph type="pic" sz="quarter" idx="15" hasCustomPrompt="1"/>
          </p:nvPr>
        </p:nvSpPr>
        <p:spPr>
          <a:xfrm>
            <a:off x="0" y="1750092"/>
            <a:ext cx="6553940" cy="5107908"/>
          </a:xfrm>
          <a:custGeom>
            <a:avLst/>
            <a:gdLst>
              <a:gd name="connsiteX0" fmla="*/ 0 w 6553940"/>
              <a:gd name="connsiteY0" fmla="*/ 0 h 5107908"/>
              <a:gd name="connsiteX1" fmla="*/ 6118541 w 6553940"/>
              <a:gd name="connsiteY1" fmla="*/ 0 h 5107908"/>
              <a:gd name="connsiteX2" fmla="*/ 6553940 w 6553940"/>
              <a:gd name="connsiteY2" fmla="*/ 439618 h 5107908"/>
              <a:gd name="connsiteX3" fmla="*/ 6553940 w 6553940"/>
              <a:gd name="connsiteY3" fmla="*/ 5107908 h 5107908"/>
              <a:gd name="connsiteX4" fmla="*/ 0 w 6553940"/>
              <a:gd name="connsiteY4" fmla="*/ 5107908 h 5107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3940" h="5107908">
                <a:moveTo>
                  <a:pt x="0" y="0"/>
                </a:moveTo>
                <a:lnTo>
                  <a:pt x="6118541" y="0"/>
                </a:lnTo>
                <a:cubicBezTo>
                  <a:pt x="6359005" y="0"/>
                  <a:pt x="6553940" y="196824"/>
                  <a:pt x="6553940" y="439618"/>
                </a:cubicBezTo>
                <a:lnTo>
                  <a:pt x="6553940" y="5107908"/>
                </a:lnTo>
                <a:lnTo>
                  <a:pt x="0" y="5107908"/>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199994" y="1679171"/>
            <a:ext cx="4268106" cy="44930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199994" y="6389695"/>
            <a:ext cx="218382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3704" y="6389695"/>
            <a:ext cx="1625600"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25200" y="638969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086835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59"/>
            <a:ext cx="4811167" cy="916991"/>
          </a:xfrm>
        </p:spPr>
        <p:txBody>
          <a:bodyPr anchor="t"/>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40936EEA-460B-E34D-8B9C-832ADF15E401}"/>
              </a:ext>
            </a:extLst>
          </p:cNvPr>
          <p:cNvSpPr>
            <a:spLocks noGrp="1"/>
          </p:cNvSpPr>
          <p:nvPr>
            <p:ph type="pic" sz="quarter" idx="15" hasCustomPrompt="1"/>
          </p:nvPr>
        </p:nvSpPr>
        <p:spPr>
          <a:xfrm>
            <a:off x="1" y="1958288"/>
            <a:ext cx="5620853" cy="4899713"/>
          </a:xfrm>
          <a:custGeom>
            <a:avLst/>
            <a:gdLst>
              <a:gd name="connsiteX0" fmla="*/ 0 w 5620853"/>
              <a:gd name="connsiteY0" fmla="*/ 0 h 4899713"/>
              <a:gd name="connsiteX1" fmla="*/ 5119331 w 5620853"/>
              <a:gd name="connsiteY1" fmla="*/ 0 h 4899713"/>
              <a:gd name="connsiteX2" fmla="*/ 5620853 w 5620853"/>
              <a:gd name="connsiteY2" fmla="*/ 501522 h 4899713"/>
              <a:gd name="connsiteX3" fmla="*/ 5620853 w 5620853"/>
              <a:gd name="connsiteY3" fmla="*/ 4899713 h 4899713"/>
              <a:gd name="connsiteX4" fmla="*/ 0 w 5620853"/>
              <a:gd name="connsiteY4" fmla="*/ 4899713 h 4899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853" h="4899713">
                <a:moveTo>
                  <a:pt x="0" y="0"/>
                </a:moveTo>
                <a:lnTo>
                  <a:pt x="5119331" y="0"/>
                </a:lnTo>
                <a:cubicBezTo>
                  <a:pt x="5396314" y="0"/>
                  <a:pt x="5620853" y="224539"/>
                  <a:pt x="5620853" y="501522"/>
                </a:cubicBezTo>
                <a:lnTo>
                  <a:pt x="5620853" y="4899713"/>
                </a:lnTo>
                <a:lnTo>
                  <a:pt x="0" y="4899713"/>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314184" y="822960"/>
            <a:ext cx="5153915" cy="52730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11795" y="6387559"/>
            <a:ext cx="286839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31917" y="6387559"/>
            <a:ext cx="1658678"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5" y="6387559"/>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9346053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383280" cy="1269365"/>
          </a:xfrm>
        </p:spPr>
        <p:txBody>
          <a:bodyPr anchor="t">
            <a:normAutofit/>
          </a:bodyPr>
          <a:lstStyle>
            <a:lvl1pPr>
              <a:defRPr sz="2500"/>
            </a:lvl1pPr>
          </a:lstStyle>
          <a:p>
            <a:r>
              <a:rPr lang="en-US"/>
              <a:t>Click to edit Master title style</a:t>
            </a:r>
            <a:endParaRPr lang="en-US" dirty="0"/>
          </a:p>
        </p:txBody>
      </p:sp>
      <p:sp>
        <p:nvSpPr>
          <p:cNvPr id="11" name="Picture Placeholder 9">
            <a:extLst>
              <a:ext uri="{FF2B5EF4-FFF2-40B4-BE49-F238E27FC236}">
                <a16:creationId xmlns:a16="http://schemas.microsoft.com/office/drawing/2014/main" id="{2E39E907-908A-148E-8CF0-2C3161E428B4}"/>
              </a:ext>
            </a:extLst>
          </p:cNvPr>
          <p:cNvSpPr>
            <a:spLocks noGrp="1"/>
          </p:cNvSpPr>
          <p:nvPr>
            <p:ph type="pic" sz="quarter" idx="15" hasCustomPrompt="1"/>
          </p:nvPr>
        </p:nvSpPr>
        <p:spPr>
          <a:xfrm>
            <a:off x="1" y="2387462"/>
            <a:ext cx="4145281" cy="4470539"/>
          </a:xfrm>
          <a:custGeom>
            <a:avLst/>
            <a:gdLst>
              <a:gd name="connsiteX0" fmla="*/ 0 w 4145281"/>
              <a:gd name="connsiteY0" fmla="*/ 0 h 4470539"/>
              <a:gd name="connsiteX1" fmla="*/ 3629230 w 4145281"/>
              <a:gd name="connsiteY1" fmla="*/ 0 h 4470539"/>
              <a:gd name="connsiteX2" fmla="*/ 4145281 w 4145281"/>
              <a:gd name="connsiteY2" fmla="*/ 516051 h 4470539"/>
              <a:gd name="connsiteX3" fmla="*/ 4145281 w 4145281"/>
              <a:gd name="connsiteY3" fmla="*/ 4470539 h 4470539"/>
              <a:gd name="connsiteX4" fmla="*/ 0 w 4145281"/>
              <a:gd name="connsiteY4" fmla="*/ 4470539 h 4470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81" h="4470539">
                <a:moveTo>
                  <a:pt x="0" y="0"/>
                </a:moveTo>
                <a:lnTo>
                  <a:pt x="3629230" y="0"/>
                </a:lnTo>
                <a:cubicBezTo>
                  <a:pt x="3914237" y="0"/>
                  <a:pt x="4145281" y="231044"/>
                  <a:pt x="4145281" y="516051"/>
                </a:cubicBezTo>
                <a:lnTo>
                  <a:pt x="4145281" y="4470539"/>
                </a:lnTo>
                <a:lnTo>
                  <a:pt x="0" y="447053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839479" y="781685"/>
            <a:ext cx="6628621" cy="53905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146266" y="6388215"/>
            <a:ext cx="2969008"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32999" y="6388215"/>
            <a:ext cx="2558901"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3" y="638821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5748437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tx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6EF0D11-5ED9-D2C8-48DF-CDDD85CEAC2D}"/>
              </a:ext>
              <a:ext uri="{C183D7F6-B498-43B3-948B-1728B52AA6E4}">
                <adec:decorative xmlns:adec="http://schemas.microsoft.com/office/drawing/2017/decorative" val="1"/>
              </a:ext>
            </a:extLst>
          </p:cNvPr>
          <p:cNvSpPr/>
          <p:nvPr/>
        </p:nvSpPr>
        <p:spPr>
          <a:xfrm>
            <a:off x="-1524" y="0"/>
            <a:ext cx="12192000" cy="6858000"/>
          </a:xfrm>
          <a:prstGeom prst="rect">
            <a:avLst/>
          </a:prstGeom>
          <a:solidFill>
            <a:schemeClr val="accent3">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1389888" y="4809744"/>
            <a:ext cx="9345168" cy="1225296"/>
          </a:xfrm>
        </p:spPr>
        <p:txBody>
          <a:bodyPr anchor="t">
            <a:normAutofit/>
          </a:bodyPr>
          <a:lstStyle>
            <a:lvl1pPr algn="ctr">
              <a:lnSpc>
                <a:spcPct val="120000"/>
              </a:lnSpc>
              <a:defRPr sz="280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493776" y="603504"/>
            <a:ext cx="11201400" cy="4206240"/>
          </a:xfrm>
        </p:spPr>
        <p:txBody>
          <a:bodyPr anchor="b">
            <a:normAutofit/>
          </a:bodyPr>
          <a:lstStyle>
            <a:lvl1pPr marL="0" indent="0" algn="ctr">
              <a:lnSpc>
                <a:spcPct val="90000"/>
              </a:lnSpc>
              <a:buNone/>
              <a:defRPr sz="2780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1"/>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247658672"/>
      </p:ext>
    </p:extLst>
  </p:cSld>
  <p:clrMapOvr>
    <a:overrideClrMapping bg1="dk1" tx1="lt1" bg2="dk2" tx2="lt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2"/>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F3547126-466C-18B0-8C04-007D93615CD9}"/>
              </a:ext>
              <a:ext uri="{C183D7F6-B498-43B3-948B-1728B52AA6E4}">
                <adec:decorative xmlns:adec="http://schemas.microsoft.com/office/drawing/2017/decorative" val="1"/>
              </a:ext>
            </a:extLst>
          </p:cNvPr>
          <p:cNvSpPr/>
          <p:nvPr/>
        </p:nvSpPr>
        <p:spPr>
          <a:xfrm>
            <a:off x="0" y="-1"/>
            <a:ext cx="11208688" cy="5154130"/>
          </a:xfrm>
          <a:custGeom>
            <a:avLst/>
            <a:gdLst>
              <a:gd name="connsiteX0" fmla="*/ 0 w 11208688"/>
              <a:gd name="connsiteY0" fmla="*/ 0 h 5154130"/>
              <a:gd name="connsiteX1" fmla="*/ 11208688 w 11208688"/>
              <a:gd name="connsiteY1" fmla="*/ 0 h 5154130"/>
              <a:gd name="connsiteX2" fmla="*/ 11208688 w 11208688"/>
              <a:gd name="connsiteY2" fmla="*/ 526471 h 5154130"/>
              <a:gd name="connsiteX3" fmla="*/ 11208688 w 11208688"/>
              <a:gd name="connsiteY3" fmla="*/ 4126137 h 5154130"/>
              <a:gd name="connsiteX4" fmla="*/ 11208688 w 11208688"/>
              <a:gd name="connsiteY4" fmla="*/ 4652608 h 5154130"/>
              <a:gd name="connsiteX5" fmla="*/ 10707166 w 11208688"/>
              <a:gd name="connsiteY5" fmla="*/ 5154130 h 5154130"/>
              <a:gd name="connsiteX6" fmla="*/ 0 w 11208688"/>
              <a:gd name="connsiteY6" fmla="*/ 5154130 h 5154130"/>
              <a:gd name="connsiteX7" fmla="*/ 0 w 11208688"/>
              <a:gd name="connsiteY7" fmla="*/ 4627659 h 5154130"/>
              <a:gd name="connsiteX8" fmla="*/ 0 w 11208688"/>
              <a:gd name="connsiteY8" fmla="*/ 526471 h 515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208688" h="5154130">
                <a:moveTo>
                  <a:pt x="0" y="0"/>
                </a:moveTo>
                <a:lnTo>
                  <a:pt x="11208688" y="0"/>
                </a:lnTo>
                <a:lnTo>
                  <a:pt x="11208688" y="526471"/>
                </a:lnTo>
                <a:lnTo>
                  <a:pt x="11208688" y="4126137"/>
                </a:lnTo>
                <a:lnTo>
                  <a:pt x="11208688" y="4652608"/>
                </a:lnTo>
                <a:cubicBezTo>
                  <a:pt x="11208688" y="4929591"/>
                  <a:pt x="10984149" y="5154130"/>
                  <a:pt x="10707166" y="5154130"/>
                </a:cubicBezTo>
                <a:lnTo>
                  <a:pt x="0" y="5154130"/>
                </a:lnTo>
                <a:lnTo>
                  <a:pt x="0" y="4627659"/>
                </a:lnTo>
                <a:lnTo>
                  <a:pt x="0" y="52647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72089" y="5483352"/>
            <a:ext cx="10361130" cy="848177"/>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1015" y="684412"/>
            <a:ext cx="10592204" cy="4122998"/>
          </a:xfrm>
        </p:spPr>
        <p:txBody>
          <a:bodyPr vert="horz" lIns="91440" tIns="45720" rIns="91440" bIns="45720" rtlCol="0" anchor="b">
            <a:normAutofit/>
          </a:bodyPr>
          <a:lstStyle>
            <a:lvl1pPr marL="0" indent="0">
              <a:lnSpc>
                <a:spcPct val="90000"/>
              </a:lnSpc>
              <a:buNone/>
              <a:defRPr lang="en-US" sz="27800" spc="-200" baseline="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68604114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D0AA79A0-CEA9-1C5C-A8CA-D3F95D56333A}"/>
              </a:ext>
              <a:ext uri="{C183D7F6-B498-43B3-948B-1728B52AA6E4}">
                <adec:decorative xmlns:adec="http://schemas.microsoft.com/office/drawing/2017/decorative" val="1"/>
              </a:ext>
            </a:extLst>
          </p:cNvPr>
          <p:cNvSpPr/>
          <p:nvPr/>
        </p:nvSpPr>
        <p:spPr>
          <a:xfrm>
            <a:off x="0" y="4757010"/>
            <a:ext cx="11208688" cy="2100988"/>
          </a:xfrm>
          <a:custGeom>
            <a:avLst/>
            <a:gdLst>
              <a:gd name="connsiteX0" fmla="*/ 0 w 11208688"/>
              <a:gd name="connsiteY0" fmla="*/ 0 h 2100988"/>
              <a:gd name="connsiteX1" fmla="*/ 10707166 w 11208688"/>
              <a:gd name="connsiteY1" fmla="*/ 0 h 2100988"/>
              <a:gd name="connsiteX2" fmla="*/ 11208688 w 11208688"/>
              <a:gd name="connsiteY2" fmla="*/ 501522 h 2100988"/>
              <a:gd name="connsiteX3" fmla="*/ 11208688 w 11208688"/>
              <a:gd name="connsiteY3" fmla="*/ 2100988 h 2100988"/>
              <a:gd name="connsiteX4" fmla="*/ 0 w 11208688"/>
              <a:gd name="connsiteY4" fmla="*/ 2100988 h 21009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100988">
                <a:moveTo>
                  <a:pt x="0" y="0"/>
                </a:moveTo>
                <a:lnTo>
                  <a:pt x="10707166" y="0"/>
                </a:lnTo>
                <a:cubicBezTo>
                  <a:pt x="10984149" y="0"/>
                  <a:pt x="11208688" y="224539"/>
                  <a:pt x="11208688" y="501522"/>
                </a:cubicBezTo>
                <a:lnTo>
                  <a:pt x="11208688" y="2100988"/>
                </a:lnTo>
                <a:lnTo>
                  <a:pt x="0" y="2100988"/>
                </a:lnTo>
                <a:close/>
              </a:path>
            </a:pathLst>
          </a:cu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4F2C5FBA-F4AA-552B-2245-767D47272F3B}"/>
              </a:ext>
              <a:ext uri="{C183D7F6-B498-43B3-948B-1728B52AA6E4}">
                <adec:decorative xmlns:adec="http://schemas.microsoft.com/office/drawing/2017/decorative" val="1"/>
              </a:ext>
            </a:extLst>
          </p:cNvPr>
          <p:cNvSpPr/>
          <p:nvPr/>
        </p:nvSpPr>
        <p:spPr>
          <a:xfrm>
            <a:off x="0" y="1"/>
            <a:ext cx="11208688" cy="4627659"/>
          </a:xfrm>
          <a:custGeom>
            <a:avLst/>
            <a:gdLst>
              <a:gd name="connsiteX0" fmla="*/ 0 w 11208688"/>
              <a:gd name="connsiteY0" fmla="*/ 0 h 4627659"/>
              <a:gd name="connsiteX1" fmla="*/ 11208688 w 11208688"/>
              <a:gd name="connsiteY1" fmla="*/ 0 h 4627659"/>
              <a:gd name="connsiteX2" fmla="*/ 11208688 w 11208688"/>
              <a:gd name="connsiteY2" fmla="*/ 4126137 h 4627659"/>
              <a:gd name="connsiteX3" fmla="*/ 10707166 w 11208688"/>
              <a:gd name="connsiteY3" fmla="*/ 4627659 h 4627659"/>
              <a:gd name="connsiteX4" fmla="*/ 0 w 11208688"/>
              <a:gd name="connsiteY4" fmla="*/ 4627659 h 462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4627659">
                <a:moveTo>
                  <a:pt x="0" y="0"/>
                </a:moveTo>
                <a:lnTo>
                  <a:pt x="11208688" y="0"/>
                </a:lnTo>
                <a:lnTo>
                  <a:pt x="11208688" y="4126137"/>
                </a:lnTo>
                <a:cubicBezTo>
                  <a:pt x="11208688" y="4403120"/>
                  <a:pt x="10984149" y="4627659"/>
                  <a:pt x="10707166" y="4627659"/>
                </a:cubicBezTo>
                <a:lnTo>
                  <a:pt x="0" y="462765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30760"/>
            <a:ext cx="9738852" cy="1017639"/>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9328" y="420624"/>
            <a:ext cx="10592204" cy="4112875"/>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532959607"/>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1"/>
      </p:bgRef>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34677EE2-225B-FA02-73B9-DFB5D013592F}"/>
              </a:ext>
              <a:ext uri="{C183D7F6-B498-43B3-948B-1728B52AA6E4}">
                <adec:decorative xmlns:adec="http://schemas.microsoft.com/office/drawing/2017/decorative" val="1"/>
              </a:ext>
            </a:extLst>
          </p:cNvPr>
          <p:cNvSpPr/>
          <p:nvPr/>
        </p:nvSpPr>
        <p:spPr>
          <a:xfrm>
            <a:off x="0" y="4783948"/>
            <a:ext cx="11208688" cy="2074052"/>
          </a:xfrm>
          <a:custGeom>
            <a:avLst/>
            <a:gdLst>
              <a:gd name="connsiteX0" fmla="*/ 0 w 11208688"/>
              <a:gd name="connsiteY0" fmla="*/ 0 h 2074052"/>
              <a:gd name="connsiteX1" fmla="*/ 10707166 w 11208688"/>
              <a:gd name="connsiteY1" fmla="*/ 0 h 2074052"/>
              <a:gd name="connsiteX2" fmla="*/ 11208688 w 11208688"/>
              <a:gd name="connsiteY2" fmla="*/ 501522 h 2074052"/>
              <a:gd name="connsiteX3" fmla="*/ 11208688 w 11208688"/>
              <a:gd name="connsiteY3" fmla="*/ 2074052 h 2074052"/>
              <a:gd name="connsiteX4" fmla="*/ 0 w 11208688"/>
              <a:gd name="connsiteY4" fmla="*/ 2074052 h 20740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074052">
                <a:moveTo>
                  <a:pt x="0" y="0"/>
                </a:moveTo>
                <a:lnTo>
                  <a:pt x="10707166" y="0"/>
                </a:lnTo>
                <a:cubicBezTo>
                  <a:pt x="10984149" y="0"/>
                  <a:pt x="11208688" y="224539"/>
                  <a:pt x="11208688" y="501522"/>
                </a:cubicBezTo>
                <a:lnTo>
                  <a:pt x="11208688" y="2074052"/>
                </a:lnTo>
                <a:lnTo>
                  <a:pt x="0" y="207405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49809"/>
            <a:ext cx="9768348" cy="1109078"/>
          </a:xfrm>
        </p:spPr>
        <p:txBody>
          <a:bodyPr vert="horz" lIns="91440" tIns="45720" rIns="91440" bIns="45720" rtlCol="0" anchor="ctr">
            <a:normAutofit/>
          </a:bodyPr>
          <a:lstStyle>
            <a:lvl1pPr>
              <a:lnSpc>
                <a:spcPct val="100000"/>
              </a:lnSpc>
              <a:defRPr lang="en-US" sz="2400" dirty="0">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39496" y="341968"/>
            <a:ext cx="11100816" cy="4334256"/>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8" name="Footer Placeholder 7">
            <a:extLst>
              <a:ext uri="{FF2B5EF4-FFF2-40B4-BE49-F238E27FC236}">
                <a16:creationId xmlns:a16="http://schemas.microsoft.com/office/drawing/2014/main" id="{881EFD95-05D4-9FAB-FCB7-D3A2AB29456D}"/>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1D5117C2-BE70-9A87-4113-2ECE3F1A43BF}"/>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6/19/2026</a:t>
            </a:fld>
            <a:endParaRPr lang="en-US"/>
          </a:p>
        </p:txBody>
      </p:sp>
      <p:sp>
        <p:nvSpPr>
          <p:cNvPr id="9" name="Slide Number Placeholder 8">
            <a:extLst>
              <a:ext uri="{FF2B5EF4-FFF2-40B4-BE49-F238E27FC236}">
                <a16:creationId xmlns:a16="http://schemas.microsoft.com/office/drawing/2014/main" id="{33776532-A6F1-5788-D1D1-3F91B5B3B7D7}"/>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51368550"/>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4CBAD94-77D4-9CC1-DE93-BFA7FA5FBBB6}"/>
              </a:ext>
              <a:ext uri="{C183D7F6-B498-43B3-948B-1728B52AA6E4}">
                <adec:decorative xmlns:adec="http://schemas.microsoft.com/office/drawing/2017/decorative" val="1"/>
              </a:ext>
            </a:extLst>
          </p:cNvPr>
          <p:cNvSpPr/>
          <p:nvPr/>
        </p:nvSpPr>
        <p:spPr>
          <a:xfrm>
            <a:off x="772090" y="0"/>
            <a:ext cx="11419910" cy="6096000"/>
          </a:xfrm>
          <a:custGeom>
            <a:avLst/>
            <a:gdLst>
              <a:gd name="connsiteX0" fmla="*/ 0 w 11419910"/>
              <a:gd name="connsiteY0" fmla="*/ 0 h 6096000"/>
              <a:gd name="connsiteX1" fmla="*/ 11419910 w 11419910"/>
              <a:gd name="connsiteY1" fmla="*/ 0 h 6096000"/>
              <a:gd name="connsiteX2" fmla="*/ 11419910 w 11419910"/>
              <a:gd name="connsiteY2" fmla="*/ 6096000 h 6096000"/>
              <a:gd name="connsiteX3" fmla="*/ 501522 w 11419910"/>
              <a:gd name="connsiteY3" fmla="*/ 6096000 h 6096000"/>
              <a:gd name="connsiteX4" fmla="*/ 0 w 11419910"/>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9910" h="6096000">
                <a:moveTo>
                  <a:pt x="0" y="0"/>
                </a:moveTo>
                <a:lnTo>
                  <a:pt x="11419910" y="0"/>
                </a:lnTo>
                <a:lnTo>
                  <a:pt x="11419910" y="6096000"/>
                </a:lnTo>
                <a:lnTo>
                  <a:pt x="501522" y="6096000"/>
                </a:lnTo>
                <a:cubicBezTo>
                  <a:pt x="224539" y="6096000"/>
                  <a:pt x="0" y="5871461"/>
                  <a:pt x="0" y="5594478"/>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520575" y="863029"/>
            <a:ext cx="9383510" cy="4685017"/>
          </a:xfrm>
        </p:spPr>
        <p:txBody>
          <a:bodyPr anchor="b">
            <a:noAutofit/>
          </a:bodyPr>
          <a:lstStyle>
            <a:lvl1pPr marL="0" indent="0">
              <a:lnSpc>
                <a:spcPct val="90000"/>
              </a:lnSpc>
              <a:buNone/>
              <a:defRPr sz="6600" b="0"/>
            </a:lvl1pPr>
            <a:lvl2pPr marL="228600" indent="0">
              <a:lnSpc>
                <a:spcPct val="90000"/>
              </a:lnSpc>
              <a:buNone/>
              <a:defRPr sz="6000" b="0"/>
            </a:lvl2pPr>
            <a:lvl3pPr marL="457200" indent="0">
              <a:lnSpc>
                <a:spcPct val="90000"/>
              </a:lnSpc>
              <a:buNone/>
              <a:defRPr sz="5400" b="0"/>
            </a:lvl3pPr>
            <a:lvl4pPr marL="685800" indent="0">
              <a:lnSpc>
                <a:spcPct val="90000"/>
              </a:lnSpc>
              <a:buNone/>
              <a:defRPr sz="4800" b="0"/>
            </a:lvl4pPr>
            <a:lvl5pPr marL="914400" indent="0">
              <a:lnSpc>
                <a:spcPct val="90000"/>
              </a:lnSpc>
              <a:buNone/>
              <a:defRPr sz="4400" b="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311280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94592" y="94592"/>
            <a:ext cx="11617947" cy="5752531"/>
          </a:xfrm>
        </p:spPr>
        <p:txBody>
          <a:bodyPr anchor="t">
            <a:noAutofit/>
          </a:bodyPr>
          <a:lstStyle>
            <a:lvl1pPr marL="0" indent="0">
              <a:lnSpc>
                <a:spcPct val="90000"/>
              </a:lnSpc>
              <a:buNone/>
              <a:defRPr sz="7200" b="0" cap="all" spc="-100" baseline="0">
                <a:solidFill>
                  <a:schemeClr val="accent1"/>
                </a:solidFill>
              </a:defRPr>
            </a:lvl1pPr>
            <a:lvl2pPr marL="228600" indent="0">
              <a:lnSpc>
                <a:spcPct val="90000"/>
              </a:lnSpc>
              <a:buNone/>
              <a:defRPr sz="7200" b="0" cap="all" spc="-100" baseline="0">
                <a:solidFill>
                  <a:schemeClr val="accent1"/>
                </a:solidFill>
              </a:defRPr>
            </a:lvl2pPr>
            <a:lvl3pPr marL="457200" indent="0">
              <a:lnSpc>
                <a:spcPct val="90000"/>
              </a:lnSpc>
              <a:buNone/>
              <a:defRPr sz="7200" b="0" cap="all" spc="-100" baseline="0">
                <a:solidFill>
                  <a:schemeClr val="accent1"/>
                </a:solidFill>
              </a:defRPr>
            </a:lvl3pPr>
            <a:lvl4pPr marL="685800" indent="0">
              <a:lnSpc>
                <a:spcPct val="90000"/>
              </a:lnSpc>
              <a:buNone/>
              <a:defRPr sz="7200" b="0" cap="all" spc="-100" baseline="0">
                <a:solidFill>
                  <a:schemeClr val="accent1"/>
                </a:solidFill>
              </a:defRPr>
            </a:lvl4pPr>
            <a:lvl5pPr marL="914400" indent="0">
              <a:lnSpc>
                <a:spcPct val="90000"/>
              </a:lnSpc>
              <a:buNone/>
              <a:defRPr sz="72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271115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0E08BE8-EB98-F551-F5ED-FE16CE82FBB9}"/>
              </a:ext>
              <a:ext uri="{C183D7F6-B498-43B3-948B-1728B52AA6E4}">
                <adec:decorative xmlns:adec="http://schemas.microsoft.com/office/drawing/2017/decorative" val="1"/>
              </a:ext>
            </a:extLst>
          </p:cNvPr>
          <p:cNvSpPr/>
          <p:nvPr/>
        </p:nvSpPr>
        <p:spPr>
          <a:xfrm>
            <a:off x="1" y="0"/>
            <a:ext cx="11139327" cy="5821522"/>
          </a:xfrm>
          <a:custGeom>
            <a:avLst/>
            <a:gdLst>
              <a:gd name="connsiteX0" fmla="*/ 0 w 11139327"/>
              <a:gd name="connsiteY0" fmla="*/ 0 h 5821522"/>
              <a:gd name="connsiteX1" fmla="*/ 11139327 w 11139327"/>
              <a:gd name="connsiteY1" fmla="*/ 0 h 5821522"/>
              <a:gd name="connsiteX2" fmla="*/ 11139327 w 11139327"/>
              <a:gd name="connsiteY2" fmla="*/ 5320000 h 5821522"/>
              <a:gd name="connsiteX3" fmla="*/ 10637805 w 11139327"/>
              <a:gd name="connsiteY3" fmla="*/ 5821522 h 5821522"/>
              <a:gd name="connsiteX4" fmla="*/ 0 w 11139327"/>
              <a:gd name="connsiteY4" fmla="*/ 5821522 h 5821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39327" h="5821522">
                <a:moveTo>
                  <a:pt x="0" y="0"/>
                </a:moveTo>
                <a:lnTo>
                  <a:pt x="11139327" y="0"/>
                </a:lnTo>
                <a:lnTo>
                  <a:pt x="11139327" y="5320000"/>
                </a:lnTo>
                <a:cubicBezTo>
                  <a:pt x="11139327" y="5596983"/>
                  <a:pt x="10914788" y="5821522"/>
                  <a:pt x="10637805" y="5821522"/>
                </a:cubicBezTo>
                <a:lnTo>
                  <a:pt x="0" y="582152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90418" y="288194"/>
            <a:ext cx="9976207" cy="5025678"/>
          </a:xfrm>
        </p:spPr>
        <p:txBody>
          <a:bodyPr anchor="t">
            <a:noAutofit/>
          </a:bodyPr>
          <a:lstStyle>
            <a:lvl1pPr marL="0" indent="0">
              <a:lnSpc>
                <a:spcPct val="90000"/>
              </a:lnSpc>
              <a:buNone/>
              <a:defRPr sz="6600" b="0" cap="all" spc="-100" baseline="0">
                <a:solidFill>
                  <a:schemeClr val="accent1"/>
                </a:solidFill>
              </a:defRPr>
            </a:lvl1pPr>
            <a:lvl2pPr marL="228600" indent="0">
              <a:lnSpc>
                <a:spcPct val="90000"/>
              </a:lnSpc>
              <a:buNone/>
              <a:defRPr sz="6600" b="0" cap="all" spc="-100" baseline="0">
                <a:solidFill>
                  <a:schemeClr val="accent1"/>
                </a:solidFill>
              </a:defRPr>
            </a:lvl2pPr>
            <a:lvl3pPr marL="457200" indent="0">
              <a:lnSpc>
                <a:spcPct val="90000"/>
              </a:lnSpc>
              <a:buNone/>
              <a:defRPr sz="6600" b="0" cap="all" spc="-100" baseline="0">
                <a:solidFill>
                  <a:schemeClr val="accent1"/>
                </a:solidFill>
              </a:defRPr>
            </a:lvl3pPr>
            <a:lvl4pPr marL="685800" indent="0">
              <a:lnSpc>
                <a:spcPct val="90000"/>
              </a:lnSpc>
              <a:buNone/>
              <a:defRPr sz="6600" b="0" cap="all" spc="-100" baseline="0">
                <a:solidFill>
                  <a:schemeClr val="accent1"/>
                </a:solidFill>
              </a:defRPr>
            </a:lvl4pPr>
            <a:lvl5pPr marL="914400" indent="0">
              <a:lnSpc>
                <a:spcPct val="90000"/>
              </a:lnSpc>
              <a:buNone/>
              <a:defRPr sz="66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766689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EAB2664E-ED20-1581-CFBA-A89627E3FD59}"/>
              </a:ext>
              <a:ext uri="{C183D7F6-B498-43B3-948B-1728B52AA6E4}">
                <adec:decorative xmlns:adec="http://schemas.microsoft.com/office/drawing/2017/decorative" val="1"/>
              </a:ext>
            </a:extLst>
          </p:cNvPr>
          <p:cNvSpPr/>
          <p:nvPr/>
        </p:nvSpPr>
        <p:spPr>
          <a:xfrm>
            <a:off x="1" y="0"/>
            <a:ext cx="10719069" cy="5585244"/>
          </a:xfrm>
          <a:custGeom>
            <a:avLst/>
            <a:gdLst>
              <a:gd name="connsiteX0" fmla="*/ 0 w 10719069"/>
              <a:gd name="connsiteY0" fmla="*/ 0 h 5585244"/>
              <a:gd name="connsiteX1" fmla="*/ 10719069 w 10719069"/>
              <a:gd name="connsiteY1" fmla="*/ 0 h 5585244"/>
              <a:gd name="connsiteX2" fmla="*/ 10719069 w 10719069"/>
              <a:gd name="connsiteY2" fmla="*/ 5083722 h 5585244"/>
              <a:gd name="connsiteX3" fmla="*/ 10217547 w 10719069"/>
              <a:gd name="connsiteY3" fmla="*/ 5585244 h 5585244"/>
              <a:gd name="connsiteX4" fmla="*/ 0 w 10719069"/>
              <a:gd name="connsiteY4" fmla="*/ 5585244 h 558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19069" h="5585244">
                <a:moveTo>
                  <a:pt x="0" y="0"/>
                </a:moveTo>
                <a:lnTo>
                  <a:pt x="10719069" y="0"/>
                </a:lnTo>
                <a:lnTo>
                  <a:pt x="10719069" y="5083722"/>
                </a:lnTo>
                <a:cubicBezTo>
                  <a:pt x="10719069" y="5360705"/>
                  <a:pt x="10494530" y="5585244"/>
                  <a:pt x="10217547" y="5585244"/>
                </a:cubicBezTo>
                <a:lnTo>
                  <a:pt x="0" y="5585244"/>
                </a:lnTo>
                <a:close/>
              </a:path>
            </a:pathLst>
          </a:cu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31515" y="606176"/>
            <a:ext cx="9339210" cy="4530904"/>
          </a:xfrm>
        </p:spPr>
        <p:txBody>
          <a:bodyPr anchor="b">
            <a:normAutofit/>
          </a:bodyPr>
          <a:lstStyle>
            <a:lvl1pPr marL="0" indent="0">
              <a:lnSpc>
                <a:spcPct val="90000"/>
              </a:lnSpc>
              <a:buNone/>
              <a:defRPr sz="6600" b="0" cap="none" baseline="0">
                <a:solidFill>
                  <a:schemeClr val="accent1"/>
                </a:solidFill>
              </a:defRPr>
            </a:lvl1pPr>
            <a:lvl2pPr marL="228600" indent="0">
              <a:lnSpc>
                <a:spcPct val="90000"/>
              </a:lnSpc>
              <a:buNone/>
              <a:defRPr sz="6000" b="0" cap="none" baseline="0">
                <a:solidFill>
                  <a:schemeClr val="accent1"/>
                </a:solidFill>
              </a:defRPr>
            </a:lvl2pPr>
            <a:lvl3pPr marL="457200" indent="0">
              <a:lnSpc>
                <a:spcPct val="90000"/>
              </a:lnSpc>
              <a:buNone/>
              <a:defRPr sz="5400" b="0" cap="none" baseline="0">
                <a:solidFill>
                  <a:schemeClr val="accent1"/>
                </a:solidFill>
              </a:defRPr>
            </a:lvl3pPr>
            <a:lvl4pPr marL="685800" indent="0">
              <a:lnSpc>
                <a:spcPct val="90000"/>
              </a:lnSpc>
              <a:buNone/>
              <a:defRPr sz="4800" b="0" cap="none" baseline="0">
                <a:solidFill>
                  <a:schemeClr val="accent1"/>
                </a:solidFill>
              </a:defRPr>
            </a:lvl4pPr>
            <a:lvl5pPr marL="914400" indent="0">
              <a:lnSpc>
                <a:spcPct val="90000"/>
              </a:lnSpc>
              <a:buNone/>
              <a:defRPr sz="4400" b="0" cap="none"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366629464"/>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43032" y="1455226"/>
            <a:ext cx="10152770" cy="5065498"/>
          </a:xfrm>
        </p:spPr>
        <p:txBody>
          <a:bodyPr anchor="b">
            <a:normAutofit/>
          </a:bodyPr>
          <a:lstStyle>
            <a:lvl1pPr marL="0" indent="0">
              <a:lnSpc>
                <a:spcPct val="90000"/>
              </a:lnSpc>
              <a:buNone/>
              <a:defRPr sz="7200" b="0">
                <a:solidFill>
                  <a:schemeClr val="accent1"/>
                </a:solidFill>
              </a:defRPr>
            </a:lvl1pPr>
            <a:lvl2pPr marL="228600" indent="0">
              <a:lnSpc>
                <a:spcPct val="90000"/>
              </a:lnSpc>
              <a:buNone/>
              <a:defRPr sz="6600" b="0">
                <a:solidFill>
                  <a:schemeClr val="accent1"/>
                </a:solidFill>
              </a:defRPr>
            </a:lvl2pPr>
            <a:lvl3pPr marL="457200" indent="0">
              <a:lnSpc>
                <a:spcPct val="90000"/>
              </a:lnSpc>
              <a:buNone/>
              <a:defRPr sz="6000" b="0">
                <a:solidFill>
                  <a:schemeClr val="accent1"/>
                </a:solidFill>
              </a:defRPr>
            </a:lvl3pPr>
            <a:lvl4pPr marL="685800" indent="0">
              <a:lnSpc>
                <a:spcPct val="90000"/>
              </a:lnSpc>
              <a:buNone/>
              <a:defRPr sz="5400" b="0">
                <a:solidFill>
                  <a:schemeClr val="accent1"/>
                </a:solidFill>
              </a:defRPr>
            </a:lvl4pPr>
            <a:lvl5pPr marL="914400" indent="0">
              <a:lnSpc>
                <a:spcPct val="90000"/>
              </a:lnSpc>
              <a:buNone/>
              <a:defRPr sz="4800" b="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68096" y="64008"/>
            <a:ext cx="3569995" cy="338328"/>
          </a:xfrm>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291411" y="64008"/>
            <a:ext cx="1612674" cy="338328"/>
          </a:xfrm>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055096" y="64008"/>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416099522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3">
            <a:alpha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72090" y="5085707"/>
            <a:ext cx="8968722" cy="757309"/>
          </a:xfrm>
        </p:spPr>
        <p:txBody>
          <a:bodyPr anchor="t">
            <a:normAutofit/>
          </a:bodyPr>
          <a:lstStyle>
            <a:lvl1pP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821934"/>
            <a:ext cx="8968722" cy="3742116"/>
          </a:xfrm>
        </p:spPr>
        <p:txBody>
          <a:bodyPr anchor="t">
            <a:normAutofit/>
          </a:bodyPr>
          <a:lstStyle>
            <a:lvl1pPr marL="137160" indent="-137160">
              <a:lnSpc>
                <a:spcPct val="100000"/>
              </a:lnSpc>
              <a:spcBef>
                <a:spcPts val="0"/>
              </a:spcBef>
              <a:buNone/>
              <a:defRPr sz="60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3797729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8096" y="4965192"/>
            <a:ext cx="9841113" cy="1289304"/>
          </a:xfrm>
        </p:spPr>
        <p:txBody>
          <a:bodyPr anchor="ctr">
            <a:normAutofit/>
          </a:bodyPr>
          <a:lstStyle>
            <a:lvl1pPr>
              <a:lnSpc>
                <a:spcPct val="120000"/>
              </a:lnSpc>
              <a:defRPr sz="18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729465"/>
            <a:ext cx="9841114" cy="3814182"/>
          </a:xfrm>
        </p:spPr>
        <p:txBody>
          <a:bodyPr anchor="t">
            <a:normAutofit/>
          </a:bodyPr>
          <a:lstStyle>
            <a:lvl1pPr marL="137160" indent="-137160">
              <a:lnSpc>
                <a:spcPct val="90000"/>
              </a:lnSpc>
              <a:spcBef>
                <a:spcPts val="0"/>
              </a:spcBef>
              <a:buNone/>
              <a:defRPr sz="7200">
                <a:solidFill>
                  <a:schemeClr val="accent1"/>
                </a:solidFill>
                <a:latin typeface="+mj-lt"/>
              </a:defRPr>
            </a:lvl1pPr>
          </a:lstStyle>
          <a:p>
            <a:pPr lvl="0"/>
            <a:r>
              <a:rPr lang="en-US" dirty="0"/>
              <a:t>Click to edit Quote</a:t>
            </a:r>
          </a:p>
        </p:txBody>
      </p:sp>
      <p:sp>
        <p:nvSpPr>
          <p:cNvPr id="9" name="Footer Placeholder 8">
            <a:extLst>
              <a:ext uri="{FF2B5EF4-FFF2-40B4-BE49-F238E27FC236}">
                <a16:creationId xmlns:a16="http://schemas.microsoft.com/office/drawing/2014/main" id="{A8AE5996-C1E5-AFF0-1C20-EFDC8711799D}"/>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1554EA42-18F1-82AE-02C3-B2B2A57AD709}"/>
              </a:ext>
            </a:extLst>
          </p:cNvPr>
          <p:cNvSpPr>
            <a:spLocks noGrp="1"/>
          </p:cNvSpPr>
          <p:nvPr>
            <p:ph type="dt" sz="half" idx="14"/>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4A8ACF18-7D60-FEE3-1B8D-6E5F51611A84}"/>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501234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3">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243F357D-01B6-71AD-58FF-26C551B8D6F8}"/>
              </a:ext>
              <a:ext uri="{C183D7F6-B498-43B3-948B-1728B52AA6E4}">
                <adec:decorative xmlns:adec="http://schemas.microsoft.com/office/drawing/2017/decorative" val="1"/>
              </a:ext>
            </a:extLst>
          </p:cNvPr>
          <p:cNvSpPr/>
          <p:nvPr/>
        </p:nvSpPr>
        <p:spPr>
          <a:xfrm rot="10800000" flipH="1">
            <a:off x="0" y="5155892"/>
            <a:ext cx="11468099" cy="1702107"/>
          </a:xfrm>
          <a:custGeom>
            <a:avLst/>
            <a:gdLst>
              <a:gd name="connsiteX0" fmla="*/ 10322569 w 10836926"/>
              <a:gd name="connsiteY0" fmla="*/ 1702107 h 1702107"/>
              <a:gd name="connsiteX1" fmla="*/ 0 w 10836926"/>
              <a:gd name="connsiteY1" fmla="*/ 1702107 h 1702107"/>
              <a:gd name="connsiteX2" fmla="*/ 0 w 10836926"/>
              <a:gd name="connsiteY2" fmla="*/ 0 h 1702107"/>
              <a:gd name="connsiteX3" fmla="*/ 10836926 w 10836926"/>
              <a:gd name="connsiteY3" fmla="*/ 0 h 1702107"/>
              <a:gd name="connsiteX4" fmla="*/ 10836926 w 10836926"/>
              <a:gd name="connsiteY4" fmla="*/ 1187751 h 1702107"/>
              <a:gd name="connsiteX5" fmla="*/ 10322569 w 10836926"/>
              <a:gd name="connsiteY5" fmla="*/ 1702107 h 1702107"/>
              <a:gd name="connsiteX0" fmla="*/ 10990389 w 11504746"/>
              <a:gd name="connsiteY0" fmla="*/ 1702107 h 1702107"/>
              <a:gd name="connsiteX1" fmla="*/ 0 w 11504746"/>
              <a:gd name="connsiteY1" fmla="*/ 1702107 h 1702107"/>
              <a:gd name="connsiteX2" fmla="*/ 667820 w 11504746"/>
              <a:gd name="connsiteY2" fmla="*/ 0 h 1702107"/>
              <a:gd name="connsiteX3" fmla="*/ 11504746 w 11504746"/>
              <a:gd name="connsiteY3" fmla="*/ 0 h 1702107"/>
              <a:gd name="connsiteX4" fmla="*/ 11504746 w 11504746"/>
              <a:gd name="connsiteY4" fmla="*/ 1187751 h 1702107"/>
              <a:gd name="connsiteX5" fmla="*/ 10990389 w 11504746"/>
              <a:gd name="connsiteY5" fmla="*/ 1702107 h 1702107"/>
              <a:gd name="connsiteX0" fmla="*/ 11000664 w 11515021"/>
              <a:gd name="connsiteY0" fmla="*/ 1702107 h 1702107"/>
              <a:gd name="connsiteX1" fmla="*/ 10275 w 11515021"/>
              <a:gd name="connsiteY1" fmla="*/ 1702107 h 1702107"/>
              <a:gd name="connsiteX2" fmla="*/ 0 w 11515021"/>
              <a:gd name="connsiteY2" fmla="*/ 0 h 1702107"/>
              <a:gd name="connsiteX3" fmla="*/ 11515021 w 11515021"/>
              <a:gd name="connsiteY3" fmla="*/ 0 h 1702107"/>
              <a:gd name="connsiteX4" fmla="*/ 11515021 w 11515021"/>
              <a:gd name="connsiteY4" fmla="*/ 1187751 h 1702107"/>
              <a:gd name="connsiteX5" fmla="*/ 11000664 w 11515021"/>
              <a:gd name="connsiteY5" fmla="*/ 1702107 h 1702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15021" h="1702107">
                <a:moveTo>
                  <a:pt x="11000664" y="1702107"/>
                </a:moveTo>
                <a:lnTo>
                  <a:pt x="10275" y="1702107"/>
                </a:lnTo>
                <a:lnTo>
                  <a:pt x="0" y="0"/>
                </a:lnTo>
                <a:lnTo>
                  <a:pt x="11515021" y="0"/>
                </a:lnTo>
                <a:lnTo>
                  <a:pt x="11515021" y="1187751"/>
                </a:lnTo>
                <a:cubicBezTo>
                  <a:pt x="11515021" y="1471822"/>
                  <a:pt x="11284736" y="1702107"/>
                  <a:pt x="11000664" y="1702107"/>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1438381" y="5684948"/>
            <a:ext cx="9060691" cy="643997"/>
          </a:xfrm>
        </p:spPr>
        <p:txBody>
          <a:bodyPr anchor="ctr">
            <a:normAutofit/>
          </a:bodyPr>
          <a:lstStyle>
            <a:lvl1pPr algn="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1438382" y="1027417"/>
            <a:ext cx="9060691" cy="3400746"/>
          </a:xfrm>
        </p:spPr>
        <p:txBody>
          <a:bodyPr anchor="ctr">
            <a:normAutofit/>
          </a:bodyPr>
          <a:lstStyle>
            <a:lvl1pPr marL="137160" indent="-137160">
              <a:lnSpc>
                <a:spcPct val="100000"/>
              </a:lnSpc>
              <a:spcBef>
                <a:spcPts val="0"/>
              </a:spcBef>
              <a:buNone/>
              <a:defRPr sz="48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a:xfrm>
            <a:off x="772090" y="6382512"/>
            <a:ext cx="2816835" cy="338328"/>
          </a:xfrm>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a:xfrm>
            <a:off x="9291411" y="6382512"/>
            <a:ext cx="1612674" cy="338328"/>
          </a:xfrm>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408640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4">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DA777E9-52E4-B265-D19D-C179BB567FA4}"/>
              </a:ext>
              <a:ext uri="{C183D7F6-B498-43B3-948B-1728B52AA6E4}">
                <adec:decorative xmlns:adec="http://schemas.microsoft.com/office/drawing/2017/decorative" val="1"/>
              </a:ext>
            </a:extLst>
          </p:cNvPr>
          <p:cNvSpPr/>
          <p:nvPr/>
        </p:nvSpPr>
        <p:spPr>
          <a:xfrm>
            <a:off x="0" y="0"/>
            <a:ext cx="10809939" cy="5148072"/>
          </a:xfrm>
          <a:custGeom>
            <a:avLst/>
            <a:gdLst>
              <a:gd name="connsiteX0" fmla="*/ 0 w 10809939"/>
              <a:gd name="connsiteY0" fmla="*/ 0 h 5148072"/>
              <a:gd name="connsiteX1" fmla="*/ 10809939 w 10809939"/>
              <a:gd name="connsiteY1" fmla="*/ 0 h 5148072"/>
              <a:gd name="connsiteX2" fmla="*/ 10809939 w 10809939"/>
              <a:gd name="connsiteY2" fmla="*/ 4646550 h 5148072"/>
              <a:gd name="connsiteX3" fmla="*/ 10308417 w 10809939"/>
              <a:gd name="connsiteY3" fmla="*/ 5148072 h 5148072"/>
              <a:gd name="connsiteX4" fmla="*/ 0 w 10809939"/>
              <a:gd name="connsiteY4" fmla="*/ 5148072 h 51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148072">
                <a:moveTo>
                  <a:pt x="0" y="0"/>
                </a:moveTo>
                <a:lnTo>
                  <a:pt x="10809939" y="0"/>
                </a:lnTo>
                <a:lnTo>
                  <a:pt x="10809939" y="4646550"/>
                </a:lnTo>
                <a:cubicBezTo>
                  <a:pt x="10809939" y="4923533"/>
                  <a:pt x="10585400" y="5148072"/>
                  <a:pt x="10308417" y="5148072"/>
                </a:cubicBezTo>
                <a:lnTo>
                  <a:pt x="0" y="5148072"/>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7446" y="5518298"/>
            <a:ext cx="8964384" cy="818494"/>
          </a:xfrm>
        </p:spPr>
        <p:txBody>
          <a:bodyPr anchor="ctr">
            <a:normAutofit/>
          </a:bodyPr>
          <a:lstStyle>
            <a:lvl1pPr>
              <a:lnSpc>
                <a:spcPct val="120000"/>
              </a:lnSpc>
              <a:defRPr sz="16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7446" y="750013"/>
            <a:ext cx="8733760" cy="3800721"/>
          </a:xfrm>
        </p:spPr>
        <p:txBody>
          <a:bodyPr anchor="t">
            <a:normAutofit/>
          </a:bodyPr>
          <a:lstStyle>
            <a:lvl1pPr marL="137160" indent="-137160">
              <a:lnSpc>
                <a:spcPct val="90000"/>
              </a:lnSpc>
              <a:spcBef>
                <a:spcPts val="0"/>
              </a:spcBef>
              <a:buNone/>
              <a:defRPr sz="5400">
                <a:solidFill>
                  <a:schemeClr val="accent1"/>
                </a:solidFill>
                <a:latin typeface="+mj-lt"/>
              </a:defRPr>
            </a:lvl1pPr>
          </a:lstStyle>
          <a:p>
            <a:pPr lvl="0"/>
            <a:r>
              <a:rPr lang="en-US" dirty="0"/>
              <a:t>Click to edit Quote</a:t>
            </a:r>
          </a:p>
        </p:txBody>
      </p:sp>
      <p:sp>
        <p:nvSpPr>
          <p:cNvPr id="8" name="Footer Placeholder 7">
            <a:extLst>
              <a:ext uri="{FF2B5EF4-FFF2-40B4-BE49-F238E27FC236}">
                <a16:creationId xmlns:a16="http://schemas.microsoft.com/office/drawing/2014/main" id="{0AD62116-941C-252B-AE63-2508CE4FDD3F}"/>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23547C88-24DC-DAA1-274D-9715ED6805BC}"/>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A921AC9D-428B-1CE3-499F-1289B47D5F26}"/>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68216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3">
            <a:alpha val="6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EBA2EC2-4347-818C-501D-DEEA9CA0D13B}"/>
              </a:ext>
              <a:ext uri="{C183D7F6-B498-43B3-948B-1728B52AA6E4}">
                <adec:decorative xmlns:adec="http://schemas.microsoft.com/office/drawing/2017/decorative" val="1"/>
              </a:ext>
            </a:extLst>
          </p:cNvPr>
          <p:cNvSpPr/>
          <p:nvPr/>
        </p:nvSpPr>
        <p:spPr>
          <a:xfrm>
            <a:off x="1" y="-1"/>
            <a:ext cx="10809939" cy="5617255"/>
          </a:xfrm>
          <a:custGeom>
            <a:avLst/>
            <a:gdLst>
              <a:gd name="connsiteX0" fmla="*/ 0 w 10809939"/>
              <a:gd name="connsiteY0" fmla="*/ 0 h 5638868"/>
              <a:gd name="connsiteX1" fmla="*/ 10809939 w 10809939"/>
              <a:gd name="connsiteY1" fmla="*/ 0 h 5638868"/>
              <a:gd name="connsiteX2" fmla="*/ 10809939 w 10809939"/>
              <a:gd name="connsiteY2" fmla="*/ 5116914 h 5638868"/>
              <a:gd name="connsiteX3" fmla="*/ 10287986 w 10809939"/>
              <a:gd name="connsiteY3" fmla="*/ 5638868 h 5638868"/>
              <a:gd name="connsiteX4" fmla="*/ 0 w 10809939"/>
              <a:gd name="connsiteY4" fmla="*/ 5638868 h 563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638868">
                <a:moveTo>
                  <a:pt x="0" y="0"/>
                </a:moveTo>
                <a:lnTo>
                  <a:pt x="10809939" y="0"/>
                </a:lnTo>
                <a:lnTo>
                  <a:pt x="10809939" y="5116914"/>
                </a:lnTo>
                <a:cubicBezTo>
                  <a:pt x="10809939" y="5405181"/>
                  <a:pt x="10576253" y="5638868"/>
                  <a:pt x="10287986" y="5638868"/>
                </a:cubicBezTo>
                <a:lnTo>
                  <a:pt x="0" y="5638868"/>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2876765" y="4318612"/>
            <a:ext cx="7364515" cy="996027"/>
          </a:xfrm>
        </p:spPr>
        <p:txBody>
          <a:bodyPr anchor="ctr">
            <a:normAutofit/>
          </a:bodyPr>
          <a:lstStyle>
            <a:lvl1pPr algn="r">
              <a:lnSpc>
                <a:spcPct val="120000"/>
              </a:lnSpc>
              <a:defRPr sz="1400" b="0" spc="100" baseline="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8096" y="647700"/>
            <a:ext cx="9473184" cy="3670912"/>
          </a:xfrm>
        </p:spPr>
        <p:txBody>
          <a:bodyPr anchor="ctr">
            <a:normAutofit/>
          </a:bodyPr>
          <a:lstStyle>
            <a:lvl1pPr marL="137160" indent="-137160">
              <a:lnSpc>
                <a:spcPct val="100000"/>
              </a:lnSpc>
              <a:spcBef>
                <a:spcPts val="0"/>
              </a:spcBef>
              <a:buNone/>
              <a:defRPr sz="4800">
                <a:solidFill>
                  <a:schemeClr val="tx2"/>
                </a:solidFill>
                <a:latin typeface="+mj-lt"/>
              </a:defRPr>
            </a:lvl1pPr>
          </a:lstStyle>
          <a:p>
            <a:pPr lvl="0"/>
            <a:r>
              <a:rPr lang="en-US" dirty="0"/>
              <a:t>Click to edit Quote</a:t>
            </a:r>
          </a:p>
        </p:txBody>
      </p:sp>
      <p:sp>
        <p:nvSpPr>
          <p:cNvPr id="12" name="Footer Placeholder 11">
            <a:extLst>
              <a:ext uri="{FF2B5EF4-FFF2-40B4-BE49-F238E27FC236}">
                <a16:creationId xmlns:a16="http://schemas.microsoft.com/office/drawing/2014/main" id="{B68D110F-CED3-F33A-EDD7-57811187B5A8}"/>
              </a:ext>
            </a:extLst>
          </p:cNvPr>
          <p:cNvSpPr>
            <a:spLocks noGrp="1"/>
          </p:cNvSpPr>
          <p:nvPr>
            <p:ph type="ftr" sz="quarter" idx="15"/>
          </p:nvPr>
        </p:nvSpPr>
        <p:spPr/>
        <p:txBody>
          <a:bodyPr/>
          <a:lstStyle/>
          <a:p>
            <a:endParaRPr lang="en-US"/>
          </a:p>
        </p:txBody>
      </p:sp>
      <p:sp>
        <p:nvSpPr>
          <p:cNvPr id="11" name="Date Placeholder 10">
            <a:extLst>
              <a:ext uri="{FF2B5EF4-FFF2-40B4-BE49-F238E27FC236}">
                <a16:creationId xmlns:a16="http://schemas.microsoft.com/office/drawing/2014/main" id="{1BE1F328-2362-9468-2593-BAF90BE9CEB0}"/>
              </a:ext>
            </a:extLst>
          </p:cNvPr>
          <p:cNvSpPr>
            <a:spLocks noGrp="1"/>
          </p:cNvSpPr>
          <p:nvPr>
            <p:ph type="dt" sz="half" idx="14"/>
          </p:nvPr>
        </p:nvSpPr>
        <p:spPr/>
        <p:txBody>
          <a:bodyPr/>
          <a:lstStyle/>
          <a:p>
            <a:fld id="{D7E3ECEC-7E7B-4FB9-BAE8-5C10F12795EA}" type="datetimeFigureOut">
              <a:rPr lang="en-US" smtClean="0"/>
              <a:t>6/19/2026</a:t>
            </a:fld>
            <a:endParaRPr lang="en-US"/>
          </a:p>
        </p:txBody>
      </p:sp>
      <p:sp>
        <p:nvSpPr>
          <p:cNvPr id="13" name="Slide Number Placeholder 12">
            <a:extLst>
              <a:ext uri="{FF2B5EF4-FFF2-40B4-BE49-F238E27FC236}">
                <a16:creationId xmlns:a16="http://schemas.microsoft.com/office/drawing/2014/main" id="{DADE9A5F-3A0A-29A6-E008-BCCF7C3761BD}"/>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243302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74908"/>
          </a:xfrm>
        </p:spPr>
        <p:txBody>
          <a:bodyPr anchor="t"/>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4B07B2D7-7718-3EA4-C727-BB98633A6739}"/>
              </a:ext>
            </a:extLst>
          </p:cNvPr>
          <p:cNvSpPr>
            <a:spLocks noGrp="1"/>
          </p:cNvSpPr>
          <p:nvPr>
            <p:ph sz="quarter" idx="15"/>
          </p:nvPr>
        </p:nvSpPr>
        <p:spPr>
          <a:xfrm>
            <a:off x="762000" y="1802352"/>
            <a:ext cx="5070020"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EB1D51A5-7ABE-E37E-E3A4-3AF4A8448510}"/>
              </a:ext>
            </a:extLst>
          </p:cNvPr>
          <p:cNvSpPr>
            <a:spLocks noGrp="1"/>
          </p:cNvSpPr>
          <p:nvPr>
            <p:ph sz="quarter" idx="16"/>
          </p:nvPr>
        </p:nvSpPr>
        <p:spPr>
          <a:xfrm>
            <a:off x="6394099" y="1802352"/>
            <a:ext cx="5070021"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9219530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70626" y="822960"/>
            <a:ext cx="10697475" cy="550367"/>
          </a:xfrm>
        </p:spPr>
        <p:txBody>
          <a:bodyPr anchor="t"/>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65379"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0E49B3C-8832-0263-2ACE-16444014FC2C}"/>
              </a:ext>
            </a:extLst>
          </p:cNvPr>
          <p:cNvSpPr>
            <a:spLocks noGrp="1"/>
          </p:cNvSpPr>
          <p:nvPr>
            <p:ph sz="quarter" idx="15"/>
          </p:nvPr>
        </p:nvSpPr>
        <p:spPr>
          <a:xfrm>
            <a:off x="765825" y="2020888"/>
            <a:ext cx="5086349"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F5D88C15-4359-3F27-9B17-CB9581414F72}"/>
              </a:ext>
            </a:extLst>
          </p:cNvPr>
          <p:cNvSpPr>
            <a:spLocks noGrp="1"/>
          </p:cNvSpPr>
          <p:nvPr>
            <p:ph sz="quarter" idx="16"/>
          </p:nvPr>
        </p:nvSpPr>
        <p:spPr>
          <a:xfrm>
            <a:off x="6381751" y="2020888"/>
            <a:ext cx="5086350"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4329676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70626" y="822960"/>
            <a:ext cx="10698480" cy="82859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664781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68622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68096" y="822960"/>
            <a:ext cx="3195484" cy="1504164"/>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68096" y="2311121"/>
            <a:ext cx="3195484" cy="3784879"/>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99805" y="836762"/>
            <a:ext cx="6568296" cy="525923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0588739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72091" y="822960"/>
            <a:ext cx="3041598" cy="1968931"/>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68096" y="3147059"/>
            <a:ext cx="3041597" cy="2762035"/>
          </a:xfrm>
        </p:spPr>
        <p:txBody>
          <a:bodyPr vert="horz" lIns="91440" tIns="45720" rIns="91440" bIns="45720" rtlCol="0" anchor="b">
            <a:normAutofit/>
          </a:bodyPr>
          <a:lstStyle>
            <a:lvl1pPr marL="0" indent="0">
              <a:buNone/>
              <a:defRPr lang="en-US" sz="1600" dirty="0"/>
            </a:lvl1pPr>
          </a:lstStyle>
          <a:p>
            <a:pPr lvl="0"/>
            <a:r>
              <a:rPr lang="en-US"/>
              <a:t>Click to edit Master text styles</a:t>
            </a:r>
          </a:p>
        </p:txBody>
      </p:sp>
      <p:sp>
        <p:nvSpPr>
          <p:cNvPr id="9" name="Picture Placeholder 9">
            <a:extLst>
              <a:ext uri="{FF2B5EF4-FFF2-40B4-BE49-F238E27FC236}">
                <a16:creationId xmlns:a16="http://schemas.microsoft.com/office/drawing/2014/main" id="{75E80A04-FEAF-D5E8-F208-D79F5852407B}"/>
              </a:ext>
            </a:extLst>
          </p:cNvPr>
          <p:cNvSpPr>
            <a:spLocks noGrp="1"/>
          </p:cNvSpPr>
          <p:nvPr>
            <p:ph type="pic" sz="quarter" idx="13" hasCustomPrompt="1"/>
          </p:nvPr>
        </p:nvSpPr>
        <p:spPr>
          <a:xfrm>
            <a:off x="4502844" y="0"/>
            <a:ext cx="7689157" cy="6096000"/>
          </a:xfrm>
          <a:custGeom>
            <a:avLst/>
            <a:gdLst>
              <a:gd name="connsiteX0" fmla="*/ 0 w 7689157"/>
              <a:gd name="connsiteY0" fmla="*/ 0 h 6096000"/>
              <a:gd name="connsiteX1" fmla="*/ 7689157 w 7689157"/>
              <a:gd name="connsiteY1" fmla="*/ 0 h 6096000"/>
              <a:gd name="connsiteX2" fmla="*/ 7689157 w 7689157"/>
              <a:gd name="connsiteY2" fmla="*/ 6096000 h 6096000"/>
              <a:gd name="connsiteX3" fmla="*/ 501522 w 7689157"/>
              <a:gd name="connsiteY3" fmla="*/ 6096000 h 6096000"/>
              <a:gd name="connsiteX4" fmla="*/ 0 w 768915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096000">
                <a:moveTo>
                  <a:pt x="0" y="0"/>
                </a:moveTo>
                <a:lnTo>
                  <a:pt x="7689157" y="0"/>
                </a:lnTo>
                <a:lnTo>
                  <a:pt x="7689157" y="6096000"/>
                </a:lnTo>
                <a:lnTo>
                  <a:pt x="501522" y="6096000"/>
                </a:lnTo>
                <a:cubicBezTo>
                  <a:pt x="224539" y="6096000"/>
                  <a:pt x="0" y="5871461"/>
                  <a:pt x="0" y="5594478"/>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58064735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6492530-7F0F-7B93-27A9-6F68FAF54390}"/>
              </a:ext>
              <a:ext uri="{C183D7F6-B498-43B3-948B-1728B52AA6E4}">
                <adec:decorative xmlns:adec="http://schemas.microsoft.com/office/drawing/2017/decorative" val="1"/>
              </a:ext>
            </a:extLst>
          </p:cNvPr>
          <p:cNvSpPr/>
          <p:nvPr/>
        </p:nvSpPr>
        <p:spPr>
          <a:xfrm rot="10800000">
            <a:off x="762000" y="2880691"/>
            <a:ext cx="11430000" cy="3977309"/>
          </a:xfrm>
          <a:custGeom>
            <a:avLst/>
            <a:gdLst>
              <a:gd name="connsiteX0" fmla="*/ 0 w 11468099"/>
              <a:gd name="connsiteY0" fmla="*/ 4053508 h 4053508"/>
              <a:gd name="connsiteX1" fmla="*/ 10946146 w 11468099"/>
              <a:gd name="connsiteY1" fmla="*/ 4043963 h 4053508"/>
              <a:gd name="connsiteX2" fmla="*/ 11468099 w 11468099"/>
              <a:gd name="connsiteY2" fmla="*/ 3522009 h 4053508"/>
              <a:gd name="connsiteX3" fmla="*/ 11468099 w 11468099"/>
              <a:gd name="connsiteY3" fmla="*/ 0 h 4053508"/>
              <a:gd name="connsiteX4" fmla="*/ 0 w 11468099"/>
              <a:gd name="connsiteY4" fmla="*/ 0 h 4053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099" h="4053508">
                <a:moveTo>
                  <a:pt x="0" y="4053508"/>
                </a:moveTo>
                <a:lnTo>
                  <a:pt x="10946146" y="4043963"/>
                </a:lnTo>
                <a:cubicBezTo>
                  <a:pt x="11234413" y="4043963"/>
                  <a:pt x="11468099" y="3810276"/>
                  <a:pt x="11468099" y="3522009"/>
                </a:cubicBezTo>
                <a:lnTo>
                  <a:pt x="11468099" y="0"/>
                </a:lnTo>
                <a:lnTo>
                  <a:pt x="0" y="0"/>
                </a:ln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7800" y="190500"/>
            <a:ext cx="11843238" cy="2057400"/>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398813" y="3505199"/>
            <a:ext cx="10044665" cy="2667000"/>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98813" y="6329172"/>
            <a:ext cx="2816835" cy="338328"/>
          </a:xfrm>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3643627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B07D4EEB-8B0C-3EA1-DB0C-896A8F0C8621}"/>
              </a:ext>
              <a:ext uri="{C183D7F6-B498-43B3-948B-1728B52AA6E4}">
                <adec:decorative xmlns:adec="http://schemas.microsoft.com/office/drawing/2017/decorative" val="1"/>
              </a:ext>
            </a:extLst>
          </p:cNvPr>
          <p:cNvSpPr/>
          <p:nvPr/>
        </p:nvSpPr>
        <p:spPr>
          <a:xfrm rot="10800000">
            <a:off x="2677737" y="2952545"/>
            <a:ext cx="9514262" cy="3905455"/>
          </a:xfrm>
          <a:custGeom>
            <a:avLst/>
            <a:gdLst>
              <a:gd name="connsiteX0" fmla="*/ 0 w 9514262"/>
              <a:gd name="connsiteY0" fmla="*/ 3905455 h 3905455"/>
              <a:gd name="connsiteX1" fmla="*/ 0 w 9514262"/>
              <a:gd name="connsiteY1" fmla="*/ 0 h 3905455"/>
              <a:gd name="connsiteX2" fmla="*/ 9514262 w 9514262"/>
              <a:gd name="connsiteY2" fmla="*/ 0 h 3905455"/>
              <a:gd name="connsiteX3" fmla="*/ 9514262 w 9514262"/>
              <a:gd name="connsiteY3" fmla="*/ 3375660 h 3905455"/>
              <a:gd name="connsiteX4" fmla="*/ 8992309 w 9514262"/>
              <a:gd name="connsiteY4" fmla="*/ 3897614 h 390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4262" h="3905455">
                <a:moveTo>
                  <a:pt x="0" y="3905455"/>
                </a:moveTo>
                <a:lnTo>
                  <a:pt x="0" y="0"/>
                </a:lnTo>
                <a:lnTo>
                  <a:pt x="9514262" y="0"/>
                </a:lnTo>
                <a:lnTo>
                  <a:pt x="9514262" y="3375660"/>
                </a:lnTo>
                <a:cubicBezTo>
                  <a:pt x="9514262" y="3663927"/>
                  <a:pt x="9280576" y="3897614"/>
                  <a:pt x="8992309" y="3897614"/>
                </a:cubicBez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73373" y="190500"/>
            <a:ext cx="10573396" cy="2475644"/>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493213" y="3810000"/>
            <a:ext cx="6976154" cy="1676400"/>
          </a:xfrm>
        </p:spPr>
        <p:txBody>
          <a:bodyPr vert="horz" lIns="91440" tIns="45720" rIns="91440" bIns="45720" rtlCol="0">
            <a:normAutofit/>
          </a:bodyPr>
          <a:lstStyle>
            <a:lvl1pPr marL="0" indent="0">
              <a:buNone/>
              <a:defRPr lang="en-US" sz="16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2354616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772090" y="825747"/>
            <a:ext cx="10696010" cy="618803"/>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774654" y="1506872"/>
            <a:ext cx="10693446" cy="45891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72090" y="6329172"/>
            <a:ext cx="2816835" cy="338328"/>
          </a:xfrm>
          <a:prstGeom prst="rect">
            <a:avLst/>
          </a:prstGeom>
        </p:spPr>
        <p:txBody>
          <a:bodyPr vert="horz" lIns="91440" tIns="45720" rIns="91440" bIns="45720" rtlCol="0" anchor="ctr"/>
          <a:lstStyle>
            <a:lvl1pPr algn="l">
              <a:defRPr sz="750" cap="all" spc="0" baseline="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291411" y="6329172"/>
            <a:ext cx="1612674" cy="338328"/>
          </a:xfrm>
          <a:prstGeom prst="rect">
            <a:avLst/>
          </a:prstGeom>
        </p:spPr>
        <p:txBody>
          <a:bodyPr vert="horz" lIns="91440" tIns="45720" rIns="91440" bIns="45720" rtlCol="0" anchor="ctr"/>
          <a:lstStyle>
            <a:lvl1pPr algn="r">
              <a:defRPr sz="750">
                <a:solidFill>
                  <a:schemeClr val="tx1"/>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50742" y="6329172"/>
            <a:ext cx="457200" cy="338328"/>
          </a:xfrm>
          <a:prstGeom prst="rect">
            <a:avLst/>
          </a:prstGeom>
        </p:spPr>
        <p:txBody>
          <a:bodyPr vert="horz" lIns="91440" tIns="45720" rIns="91440" bIns="45720" rtlCol="0" anchor="ctr"/>
          <a:lstStyle>
            <a:lvl1pPr algn="r">
              <a:defRPr sz="750">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644491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Lst>
  <p:txStyles>
    <p:titleStyle>
      <a:lvl1pPr algn="l" defTabSz="914400" rtl="0" eaLnBrk="1" latinLnBrk="0" hangingPunct="1">
        <a:lnSpc>
          <a:spcPct val="95000"/>
        </a:lnSpc>
        <a:spcBef>
          <a:spcPct val="0"/>
        </a:spcBef>
        <a:buNone/>
        <a:defRPr sz="2500" b="0" kern="1200" cap="all"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000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286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572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0858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pos="480">
          <p15:clr>
            <a:srgbClr val="F26B43"/>
          </p15:clr>
        </p15:guide>
        <p15:guide id="8" pos="7224">
          <p15:clr>
            <a:srgbClr val="F26B43"/>
          </p15:clr>
        </p15:guide>
        <p15:guide id="9" orient="horz" pos="3840">
          <p15:clr>
            <a:srgbClr val="F26B43"/>
          </p15:clr>
        </p15:guide>
        <p15:guide id="10" orient="horz" pos="2160">
          <p15:clr>
            <a:srgbClr val="F26B43"/>
          </p15:clr>
        </p15:guide>
        <p15:guide id="11"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88BBA-385E-B100-D3B2-83F877ED7B13}"/>
              </a:ext>
            </a:extLst>
          </p:cNvPr>
          <p:cNvSpPr>
            <a:spLocks noGrp="1"/>
          </p:cNvSpPr>
          <p:nvPr>
            <p:ph type="ctrTitle"/>
          </p:nvPr>
        </p:nvSpPr>
        <p:spPr>
          <a:xfrm>
            <a:off x="228600" y="457200"/>
            <a:ext cx="6400800" cy="2667000"/>
          </a:xfrm>
        </p:spPr>
        <p:txBody>
          <a:bodyPr>
            <a:normAutofit/>
          </a:bodyPr>
          <a:lstStyle/>
          <a:p>
            <a:r>
              <a:rPr lang="en-US" sz="6000" cap="none" dirty="0"/>
              <a:t>Artificial Intelligence</a:t>
            </a:r>
            <a:br>
              <a:rPr lang="en-US" sz="6000" cap="none" dirty="0"/>
            </a:br>
            <a:endParaRPr lang="en-US" sz="6000" cap="none" dirty="0"/>
          </a:p>
        </p:txBody>
      </p:sp>
      <p:sp>
        <p:nvSpPr>
          <p:cNvPr id="3" name="Subtitle 2">
            <a:extLst>
              <a:ext uri="{FF2B5EF4-FFF2-40B4-BE49-F238E27FC236}">
                <a16:creationId xmlns:a16="http://schemas.microsoft.com/office/drawing/2014/main" id="{D508797C-B534-8121-1EFA-68AC9E565808}"/>
              </a:ext>
            </a:extLst>
          </p:cNvPr>
          <p:cNvSpPr>
            <a:spLocks noGrp="1"/>
          </p:cNvSpPr>
          <p:nvPr>
            <p:ph type="subTitle" idx="1"/>
          </p:nvPr>
        </p:nvSpPr>
        <p:spPr>
          <a:xfrm>
            <a:off x="286753" y="4272639"/>
            <a:ext cx="4184904" cy="646847"/>
          </a:xfrm>
        </p:spPr>
        <p:txBody>
          <a:bodyPr/>
          <a:lstStyle/>
          <a:p>
            <a:r>
              <a:rPr lang="en-US" dirty="0"/>
              <a:t>Presented By: Gregory Wagonblast</a:t>
            </a:r>
          </a:p>
        </p:txBody>
      </p:sp>
      <p:sp>
        <p:nvSpPr>
          <p:cNvPr id="8" name="TextBox 7">
            <a:extLst>
              <a:ext uri="{FF2B5EF4-FFF2-40B4-BE49-F238E27FC236}">
                <a16:creationId xmlns:a16="http://schemas.microsoft.com/office/drawing/2014/main" id="{E0D3D5BB-A39F-1245-F38A-8D8A8B4FFF4D}"/>
              </a:ext>
            </a:extLst>
          </p:cNvPr>
          <p:cNvSpPr txBox="1"/>
          <p:nvPr/>
        </p:nvSpPr>
        <p:spPr>
          <a:xfrm>
            <a:off x="286753" y="2377424"/>
            <a:ext cx="6284494" cy="1815882"/>
          </a:xfrm>
          <a:prstGeom prst="rect">
            <a:avLst/>
          </a:prstGeom>
          <a:noFill/>
        </p:spPr>
        <p:txBody>
          <a:bodyPr wrap="square">
            <a:spAutoFit/>
          </a:bodyPr>
          <a:lstStyle/>
          <a:p>
            <a:r>
              <a:rPr lang="en-US" sz="4000" cap="none" dirty="0"/>
              <a:t>Module 1</a:t>
            </a:r>
          </a:p>
          <a:p>
            <a:r>
              <a:rPr lang="en-US" sz="4000" dirty="0"/>
              <a:t>Classical AI</a:t>
            </a:r>
          </a:p>
          <a:p>
            <a:r>
              <a:rPr lang="en-US" sz="3200" dirty="0"/>
              <a:t>(Agents, Search, Logic)</a:t>
            </a:r>
          </a:p>
        </p:txBody>
      </p:sp>
      <p:pic>
        <p:nvPicPr>
          <p:cNvPr id="4" name="Picture 3">
            <a:extLst>
              <a:ext uri="{FF2B5EF4-FFF2-40B4-BE49-F238E27FC236}">
                <a16:creationId xmlns:a16="http://schemas.microsoft.com/office/drawing/2014/main" id="{5A9CFF31-A0CA-9831-9B7A-27B6260389D1}"/>
              </a:ext>
            </a:extLst>
          </p:cNvPr>
          <p:cNvPicPr>
            <a:picLocks noChangeAspect="1"/>
          </p:cNvPicPr>
          <p:nvPr/>
        </p:nvPicPr>
        <p:blipFill>
          <a:blip r:embed="rId3"/>
          <a:stretch>
            <a:fillRect/>
          </a:stretch>
        </p:blipFill>
        <p:spPr>
          <a:xfrm>
            <a:off x="4946196" y="-4011"/>
            <a:ext cx="8160204" cy="6096000"/>
          </a:xfrm>
          <a:prstGeom prst="rect">
            <a:avLst/>
          </a:prstGeom>
        </p:spPr>
      </p:pic>
    </p:spTree>
    <p:extLst>
      <p:ext uri="{BB962C8B-B14F-4D97-AF65-F5344CB8AC3E}">
        <p14:creationId xmlns:p14="http://schemas.microsoft.com/office/powerpoint/2010/main" val="171634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EC45BDA-E5A1-6364-E6B8-5765B24FF469}"/>
              </a:ext>
            </a:extLst>
          </p:cNvPr>
          <p:cNvSpPr txBox="1"/>
          <p:nvPr/>
        </p:nvSpPr>
        <p:spPr>
          <a:xfrm>
            <a:off x="5103479" y="304800"/>
            <a:ext cx="1985041" cy="1261884"/>
          </a:xfrm>
          <a:prstGeom prst="rect">
            <a:avLst/>
          </a:prstGeom>
          <a:noFill/>
        </p:spPr>
        <p:txBody>
          <a:bodyPr wrap="square" rtlCol="0">
            <a:spAutoFit/>
          </a:bodyPr>
          <a:lstStyle/>
          <a:p>
            <a:pPr algn="ctr"/>
            <a:r>
              <a:rPr lang="en-US" sz="4000" dirty="0"/>
              <a:t>Agents</a:t>
            </a:r>
            <a:br>
              <a:rPr lang="en-US" dirty="0"/>
            </a:br>
            <a:br>
              <a:rPr lang="en-US" dirty="0"/>
            </a:br>
            <a:endParaRPr lang="en-US" dirty="0"/>
          </a:p>
        </p:txBody>
      </p:sp>
      <p:pic>
        <p:nvPicPr>
          <p:cNvPr id="11" name="Picture 10">
            <a:extLst>
              <a:ext uri="{FF2B5EF4-FFF2-40B4-BE49-F238E27FC236}">
                <a16:creationId xmlns:a16="http://schemas.microsoft.com/office/drawing/2014/main" id="{621C771D-6315-CD27-D18B-A1E6D092C5C3}"/>
              </a:ext>
            </a:extLst>
          </p:cNvPr>
          <p:cNvPicPr>
            <a:picLocks noChangeAspect="1"/>
          </p:cNvPicPr>
          <p:nvPr/>
        </p:nvPicPr>
        <p:blipFill>
          <a:blip r:embed="rId3"/>
          <a:stretch>
            <a:fillRect/>
          </a:stretch>
        </p:blipFill>
        <p:spPr>
          <a:xfrm>
            <a:off x="1004873" y="1267326"/>
            <a:ext cx="10182253" cy="5257800"/>
          </a:xfrm>
          <a:prstGeom prst="rect">
            <a:avLst/>
          </a:prstGeom>
        </p:spPr>
      </p:pic>
    </p:spTree>
    <p:extLst>
      <p:ext uri="{BB962C8B-B14F-4D97-AF65-F5344CB8AC3E}">
        <p14:creationId xmlns:p14="http://schemas.microsoft.com/office/powerpoint/2010/main" val="650875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17744-AE95-0EB2-EDCB-FFCE438579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CD9FF3A-B943-1272-1FAA-23EBE1BB2662}"/>
              </a:ext>
            </a:extLst>
          </p:cNvPr>
          <p:cNvSpPr txBox="1"/>
          <p:nvPr/>
        </p:nvSpPr>
        <p:spPr>
          <a:xfrm>
            <a:off x="1238250" y="182115"/>
            <a:ext cx="9715500" cy="1261884"/>
          </a:xfrm>
          <a:prstGeom prst="rect">
            <a:avLst/>
          </a:prstGeom>
          <a:noFill/>
        </p:spPr>
        <p:txBody>
          <a:bodyPr wrap="square" rtlCol="0">
            <a:spAutoFit/>
          </a:bodyPr>
          <a:lstStyle/>
          <a:p>
            <a:pPr algn="ctr"/>
            <a:r>
              <a:rPr lang="en-US" sz="4000" dirty="0"/>
              <a:t>Back To Defining Artificial Intelligence</a:t>
            </a:r>
            <a:br>
              <a:rPr lang="en-US" dirty="0"/>
            </a:br>
            <a:br>
              <a:rPr lang="en-US" dirty="0"/>
            </a:br>
            <a:endParaRPr lang="en-US" dirty="0"/>
          </a:p>
        </p:txBody>
      </p:sp>
      <p:pic>
        <p:nvPicPr>
          <p:cNvPr id="3" name="Picture 2">
            <a:extLst>
              <a:ext uri="{FF2B5EF4-FFF2-40B4-BE49-F238E27FC236}">
                <a16:creationId xmlns:a16="http://schemas.microsoft.com/office/drawing/2014/main" id="{A810E7DB-1E66-82DD-A37E-9D92BA2BA129}"/>
              </a:ext>
            </a:extLst>
          </p:cNvPr>
          <p:cNvPicPr>
            <a:picLocks noChangeAspect="1"/>
          </p:cNvPicPr>
          <p:nvPr/>
        </p:nvPicPr>
        <p:blipFill>
          <a:blip r:embed="rId3"/>
          <a:stretch>
            <a:fillRect/>
          </a:stretch>
        </p:blipFill>
        <p:spPr>
          <a:xfrm>
            <a:off x="1790700" y="990600"/>
            <a:ext cx="8610600" cy="5685285"/>
          </a:xfrm>
          <a:prstGeom prst="rect">
            <a:avLst/>
          </a:prstGeom>
        </p:spPr>
      </p:pic>
    </p:spTree>
    <p:extLst>
      <p:ext uri="{BB962C8B-B14F-4D97-AF65-F5344CB8AC3E}">
        <p14:creationId xmlns:p14="http://schemas.microsoft.com/office/powerpoint/2010/main" val="733621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FAB9B-39BD-9659-10CF-F730EC6E8E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021EAF2-8CF3-7EF6-8D38-9D74F4248920}"/>
              </a:ext>
            </a:extLst>
          </p:cNvPr>
          <p:cNvSpPr txBox="1"/>
          <p:nvPr/>
        </p:nvSpPr>
        <p:spPr>
          <a:xfrm>
            <a:off x="3501359" y="220579"/>
            <a:ext cx="5295900" cy="1261884"/>
          </a:xfrm>
          <a:prstGeom prst="rect">
            <a:avLst/>
          </a:prstGeom>
          <a:noFill/>
        </p:spPr>
        <p:txBody>
          <a:bodyPr wrap="square" rtlCol="0">
            <a:spAutoFit/>
          </a:bodyPr>
          <a:lstStyle/>
          <a:p>
            <a:pPr algn="ctr"/>
            <a:r>
              <a:rPr lang="en-US" sz="4000" dirty="0"/>
              <a:t>Model-Based Agents</a:t>
            </a:r>
            <a:br>
              <a:rPr lang="en-US" dirty="0"/>
            </a:br>
            <a:br>
              <a:rPr lang="en-US" dirty="0"/>
            </a:br>
            <a:endParaRPr lang="en-US" dirty="0"/>
          </a:p>
        </p:txBody>
      </p:sp>
      <p:pic>
        <p:nvPicPr>
          <p:cNvPr id="3" name="Picture 2">
            <a:extLst>
              <a:ext uri="{FF2B5EF4-FFF2-40B4-BE49-F238E27FC236}">
                <a16:creationId xmlns:a16="http://schemas.microsoft.com/office/drawing/2014/main" id="{83BFB3BE-7B81-8508-7DBA-5754C5213FF5}"/>
              </a:ext>
            </a:extLst>
          </p:cNvPr>
          <p:cNvPicPr>
            <a:picLocks noChangeAspect="1"/>
          </p:cNvPicPr>
          <p:nvPr/>
        </p:nvPicPr>
        <p:blipFill>
          <a:blip r:embed="rId3"/>
          <a:stretch>
            <a:fillRect/>
          </a:stretch>
        </p:blipFill>
        <p:spPr>
          <a:xfrm>
            <a:off x="3025963" y="851521"/>
            <a:ext cx="6140074" cy="5913336"/>
          </a:xfrm>
          <a:prstGeom prst="rect">
            <a:avLst/>
          </a:prstGeom>
        </p:spPr>
      </p:pic>
    </p:spTree>
    <p:extLst>
      <p:ext uri="{BB962C8B-B14F-4D97-AF65-F5344CB8AC3E}">
        <p14:creationId xmlns:p14="http://schemas.microsoft.com/office/powerpoint/2010/main" val="10142792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6AC12-C50D-2539-7D35-6D8C137EC99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31AD0E-35D1-F047-42F8-E83386126417}"/>
              </a:ext>
            </a:extLst>
          </p:cNvPr>
          <p:cNvSpPr txBox="1"/>
          <p:nvPr/>
        </p:nvSpPr>
        <p:spPr>
          <a:xfrm>
            <a:off x="1562184" y="262116"/>
            <a:ext cx="8995441" cy="1261884"/>
          </a:xfrm>
          <a:prstGeom prst="rect">
            <a:avLst/>
          </a:prstGeom>
          <a:noFill/>
        </p:spPr>
        <p:txBody>
          <a:bodyPr wrap="square" rtlCol="0">
            <a:spAutoFit/>
          </a:bodyPr>
          <a:lstStyle/>
          <a:p>
            <a:pPr algn="ctr"/>
            <a:r>
              <a:rPr lang="en-US" sz="4000" dirty="0"/>
              <a:t>Goal-Based and Utility-Based Agents</a:t>
            </a:r>
            <a:br>
              <a:rPr lang="en-US" dirty="0"/>
            </a:br>
            <a:br>
              <a:rPr lang="en-US" dirty="0"/>
            </a:br>
            <a:endParaRPr lang="en-US" dirty="0"/>
          </a:p>
        </p:txBody>
      </p:sp>
      <p:pic>
        <p:nvPicPr>
          <p:cNvPr id="11" name="Picture 10">
            <a:extLst>
              <a:ext uri="{FF2B5EF4-FFF2-40B4-BE49-F238E27FC236}">
                <a16:creationId xmlns:a16="http://schemas.microsoft.com/office/drawing/2014/main" id="{EF8C4EBE-1880-CABD-DFF3-451160457AD3}"/>
              </a:ext>
            </a:extLst>
          </p:cNvPr>
          <p:cNvPicPr>
            <a:picLocks noChangeAspect="1"/>
          </p:cNvPicPr>
          <p:nvPr/>
        </p:nvPicPr>
        <p:blipFill>
          <a:blip r:embed="rId3"/>
          <a:stretch>
            <a:fillRect/>
          </a:stretch>
        </p:blipFill>
        <p:spPr>
          <a:xfrm>
            <a:off x="52178" y="1874192"/>
            <a:ext cx="6007727" cy="3459808"/>
          </a:xfrm>
          <a:prstGeom prst="rect">
            <a:avLst/>
          </a:prstGeom>
        </p:spPr>
      </p:pic>
      <p:pic>
        <p:nvPicPr>
          <p:cNvPr id="13" name="Picture 12">
            <a:extLst>
              <a:ext uri="{FF2B5EF4-FFF2-40B4-BE49-F238E27FC236}">
                <a16:creationId xmlns:a16="http://schemas.microsoft.com/office/drawing/2014/main" id="{2FA3325C-7400-72F1-15D3-4BE245B8AC95}"/>
              </a:ext>
            </a:extLst>
          </p:cNvPr>
          <p:cNvPicPr>
            <a:picLocks noChangeAspect="1"/>
          </p:cNvPicPr>
          <p:nvPr/>
        </p:nvPicPr>
        <p:blipFill>
          <a:blip r:embed="rId4"/>
          <a:stretch>
            <a:fillRect/>
          </a:stretch>
        </p:blipFill>
        <p:spPr>
          <a:xfrm>
            <a:off x="6390688" y="1874192"/>
            <a:ext cx="5766348" cy="3459808"/>
          </a:xfrm>
          <a:prstGeom prst="rect">
            <a:avLst/>
          </a:prstGeom>
        </p:spPr>
      </p:pic>
    </p:spTree>
    <p:extLst>
      <p:ext uri="{BB962C8B-B14F-4D97-AF65-F5344CB8AC3E}">
        <p14:creationId xmlns:p14="http://schemas.microsoft.com/office/powerpoint/2010/main" val="2683856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34974-8920-FCF2-4A68-10960E401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765D97-CA48-E1E5-CB0C-05315F5A3DD0}"/>
              </a:ext>
            </a:extLst>
          </p:cNvPr>
          <p:cNvSpPr txBox="1"/>
          <p:nvPr/>
        </p:nvSpPr>
        <p:spPr>
          <a:xfrm>
            <a:off x="2931779" y="228600"/>
            <a:ext cx="6328441" cy="1261884"/>
          </a:xfrm>
          <a:prstGeom prst="rect">
            <a:avLst/>
          </a:prstGeom>
          <a:noFill/>
        </p:spPr>
        <p:txBody>
          <a:bodyPr wrap="square" rtlCol="0">
            <a:spAutoFit/>
          </a:bodyPr>
          <a:lstStyle/>
          <a:p>
            <a:pPr algn="ctr"/>
            <a:r>
              <a:rPr lang="en-US" sz="4000" dirty="0"/>
              <a:t>General Learning Agents</a:t>
            </a:r>
            <a:br>
              <a:rPr lang="en-US" dirty="0"/>
            </a:br>
            <a:br>
              <a:rPr lang="en-US" dirty="0"/>
            </a:br>
            <a:endParaRPr lang="en-US" dirty="0"/>
          </a:p>
        </p:txBody>
      </p:sp>
      <p:pic>
        <p:nvPicPr>
          <p:cNvPr id="3" name="Picture 2">
            <a:extLst>
              <a:ext uri="{FF2B5EF4-FFF2-40B4-BE49-F238E27FC236}">
                <a16:creationId xmlns:a16="http://schemas.microsoft.com/office/drawing/2014/main" id="{F450AC55-957C-EEBD-D4DD-11760FAC8292}"/>
              </a:ext>
            </a:extLst>
          </p:cNvPr>
          <p:cNvPicPr>
            <a:picLocks noChangeAspect="1"/>
          </p:cNvPicPr>
          <p:nvPr/>
        </p:nvPicPr>
        <p:blipFill>
          <a:blip r:embed="rId3"/>
          <a:stretch>
            <a:fillRect/>
          </a:stretch>
        </p:blipFill>
        <p:spPr>
          <a:xfrm>
            <a:off x="1270949" y="1066800"/>
            <a:ext cx="9650102" cy="5342021"/>
          </a:xfrm>
          <a:prstGeom prst="rect">
            <a:avLst/>
          </a:prstGeom>
        </p:spPr>
      </p:pic>
    </p:spTree>
    <p:extLst>
      <p:ext uri="{BB962C8B-B14F-4D97-AF65-F5344CB8AC3E}">
        <p14:creationId xmlns:p14="http://schemas.microsoft.com/office/powerpoint/2010/main" val="10819961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E7852-6194-793F-5AA2-965685F754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C1B346-A0FB-AF5F-B74F-BF9F92EE2A7C}"/>
              </a:ext>
            </a:extLst>
          </p:cNvPr>
          <p:cNvSpPr txBox="1"/>
          <p:nvPr/>
        </p:nvSpPr>
        <p:spPr>
          <a:xfrm>
            <a:off x="3501359" y="220579"/>
            <a:ext cx="5295900" cy="1261884"/>
          </a:xfrm>
          <a:prstGeom prst="rect">
            <a:avLst/>
          </a:prstGeom>
          <a:noFill/>
        </p:spPr>
        <p:txBody>
          <a:bodyPr wrap="square" rtlCol="0">
            <a:spAutoFit/>
          </a:bodyPr>
          <a:lstStyle/>
          <a:p>
            <a:pPr algn="ctr"/>
            <a:r>
              <a:rPr lang="en-US" sz="4000" dirty="0"/>
              <a:t>Thinking</a:t>
            </a:r>
            <a:br>
              <a:rPr lang="en-US" dirty="0"/>
            </a:br>
            <a:br>
              <a:rPr lang="en-US" dirty="0"/>
            </a:br>
            <a:endParaRPr lang="en-US" dirty="0"/>
          </a:p>
        </p:txBody>
      </p:sp>
    </p:spTree>
    <p:extLst>
      <p:ext uri="{BB962C8B-B14F-4D97-AF65-F5344CB8AC3E}">
        <p14:creationId xmlns:p14="http://schemas.microsoft.com/office/powerpoint/2010/main" val="484173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B70A1-C19C-595A-EB7E-6CBA58A798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1E4A4-81D7-64EF-2236-F5FEAB80B99C}"/>
              </a:ext>
            </a:extLst>
          </p:cNvPr>
          <p:cNvSpPr txBox="1"/>
          <p:nvPr/>
        </p:nvSpPr>
        <p:spPr>
          <a:xfrm>
            <a:off x="2131679" y="228600"/>
            <a:ext cx="7928641" cy="1261884"/>
          </a:xfrm>
          <a:prstGeom prst="rect">
            <a:avLst/>
          </a:prstGeom>
          <a:noFill/>
        </p:spPr>
        <p:txBody>
          <a:bodyPr wrap="square" rtlCol="0">
            <a:spAutoFit/>
          </a:bodyPr>
          <a:lstStyle/>
          <a:p>
            <a:pPr algn="ctr"/>
            <a:r>
              <a:rPr lang="en-US" sz="4000" dirty="0"/>
              <a:t>Uninformed Search Strategies</a:t>
            </a:r>
            <a:br>
              <a:rPr lang="en-US" dirty="0"/>
            </a:br>
            <a:br>
              <a:rPr lang="en-US" dirty="0"/>
            </a:br>
            <a:endParaRPr lang="en-US" dirty="0"/>
          </a:p>
        </p:txBody>
      </p:sp>
      <p:sp>
        <p:nvSpPr>
          <p:cNvPr id="3" name="TextBox 2">
            <a:extLst>
              <a:ext uri="{FF2B5EF4-FFF2-40B4-BE49-F238E27FC236}">
                <a16:creationId xmlns:a16="http://schemas.microsoft.com/office/drawing/2014/main" id="{33ED9784-249D-5F31-6E8A-1A6D9D5CA3A4}"/>
              </a:ext>
            </a:extLst>
          </p:cNvPr>
          <p:cNvSpPr txBox="1"/>
          <p:nvPr/>
        </p:nvSpPr>
        <p:spPr>
          <a:xfrm>
            <a:off x="2514600" y="2274838"/>
            <a:ext cx="7928641" cy="2308324"/>
          </a:xfrm>
          <a:prstGeom prst="rect">
            <a:avLst/>
          </a:prstGeom>
          <a:noFill/>
        </p:spPr>
        <p:txBody>
          <a:bodyPr wrap="square">
            <a:spAutoFit/>
          </a:bodyPr>
          <a:lstStyle/>
          <a:p>
            <a:r>
              <a:rPr lang="en-US" dirty="0"/>
              <a:t>• Uninformed strategies use only the information available in the problem definition</a:t>
            </a:r>
          </a:p>
          <a:p>
            <a:r>
              <a:rPr lang="en-US" dirty="0"/>
              <a:t>– Also known as blind searching</a:t>
            </a:r>
          </a:p>
          <a:p>
            <a:r>
              <a:rPr lang="en-US" dirty="0"/>
              <a:t>– Breadth-first search</a:t>
            </a:r>
          </a:p>
          <a:p>
            <a:r>
              <a:rPr lang="en-US" dirty="0"/>
              <a:t>– Uniform-cost search</a:t>
            </a:r>
          </a:p>
          <a:p>
            <a:r>
              <a:rPr lang="en-US" dirty="0"/>
              <a:t>– Depth-first search</a:t>
            </a:r>
          </a:p>
          <a:p>
            <a:r>
              <a:rPr lang="en-US" dirty="0"/>
              <a:t>– Depth-limited search</a:t>
            </a:r>
          </a:p>
          <a:p>
            <a:r>
              <a:rPr lang="en-US" dirty="0"/>
              <a:t>– Iterative deepening search</a:t>
            </a:r>
          </a:p>
        </p:txBody>
      </p:sp>
    </p:spTree>
    <p:extLst>
      <p:ext uri="{BB962C8B-B14F-4D97-AF65-F5344CB8AC3E}">
        <p14:creationId xmlns:p14="http://schemas.microsoft.com/office/powerpoint/2010/main" val="1381242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79726-C431-1173-E24F-73C1390A08C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1D0242-2483-5CB1-AD2C-B115D45FBD7B}"/>
              </a:ext>
            </a:extLst>
          </p:cNvPr>
          <p:cNvSpPr txBox="1"/>
          <p:nvPr/>
        </p:nvSpPr>
        <p:spPr>
          <a:xfrm>
            <a:off x="2131679" y="228600"/>
            <a:ext cx="7928641" cy="1261884"/>
          </a:xfrm>
          <a:prstGeom prst="rect">
            <a:avLst/>
          </a:prstGeom>
          <a:noFill/>
        </p:spPr>
        <p:txBody>
          <a:bodyPr wrap="square" rtlCol="0">
            <a:spAutoFit/>
          </a:bodyPr>
          <a:lstStyle/>
          <a:p>
            <a:pPr algn="ctr"/>
            <a:r>
              <a:rPr lang="en-US" sz="4000" dirty="0"/>
              <a:t>Breadth First Search</a:t>
            </a:r>
            <a:br>
              <a:rPr lang="en-US" dirty="0"/>
            </a:br>
            <a:br>
              <a:rPr lang="en-US" dirty="0"/>
            </a:br>
            <a:endParaRPr lang="en-US" dirty="0"/>
          </a:p>
        </p:txBody>
      </p:sp>
      <p:sp>
        <p:nvSpPr>
          <p:cNvPr id="3" name="TextBox 2">
            <a:extLst>
              <a:ext uri="{FF2B5EF4-FFF2-40B4-BE49-F238E27FC236}">
                <a16:creationId xmlns:a16="http://schemas.microsoft.com/office/drawing/2014/main" id="{65836291-D6E0-A664-724D-84B0F813852C}"/>
              </a:ext>
            </a:extLst>
          </p:cNvPr>
          <p:cNvSpPr txBox="1"/>
          <p:nvPr/>
        </p:nvSpPr>
        <p:spPr>
          <a:xfrm>
            <a:off x="2514600" y="2274838"/>
            <a:ext cx="7928641" cy="646331"/>
          </a:xfrm>
          <a:prstGeom prst="rect">
            <a:avLst/>
          </a:prstGeom>
          <a:noFill/>
        </p:spPr>
        <p:txBody>
          <a:bodyPr wrap="square">
            <a:spAutoFit/>
          </a:bodyPr>
          <a:lstStyle/>
          <a:p>
            <a:r>
              <a:rPr lang="en-US" dirty="0"/>
              <a:t>• Expand the shallowest unexpanded node </a:t>
            </a:r>
          </a:p>
          <a:p>
            <a:r>
              <a:rPr lang="en-US" dirty="0"/>
              <a:t>• Place all new successors at the end of a FIFO (First In First Out) queue</a:t>
            </a:r>
          </a:p>
        </p:txBody>
      </p:sp>
      <p:pic>
        <p:nvPicPr>
          <p:cNvPr id="5" name="Picture 4">
            <a:extLst>
              <a:ext uri="{FF2B5EF4-FFF2-40B4-BE49-F238E27FC236}">
                <a16:creationId xmlns:a16="http://schemas.microsoft.com/office/drawing/2014/main" id="{4F9657AB-4034-848C-F685-F4A63C8839FE}"/>
              </a:ext>
            </a:extLst>
          </p:cNvPr>
          <p:cNvPicPr>
            <a:picLocks noChangeAspect="1"/>
          </p:cNvPicPr>
          <p:nvPr/>
        </p:nvPicPr>
        <p:blipFill>
          <a:blip r:embed="rId3"/>
          <a:stretch>
            <a:fillRect/>
          </a:stretch>
        </p:blipFill>
        <p:spPr>
          <a:xfrm>
            <a:off x="2157695" y="3936832"/>
            <a:ext cx="7902625" cy="1996613"/>
          </a:xfrm>
          <a:prstGeom prst="rect">
            <a:avLst/>
          </a:prstGeom>
        </p:spPr>
      </p:pic>
    </p:spTree>
    <p:extLst>
      <p:ext uri="{BB962C8B-B14F-4D97-AF65-F5344CB8AC3E}">
        <p14:creationId xmlns:p14="http://schemas.microsoft.com/office/powerpoint/2010/main" val="16944166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548BE-E7A5-E0AD-5F43-732051C8E2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FDCF7B6-E39B-E351-B20F-0F618618F3A0}"/>
              </a:ext>
            </a:extLst>
          </p:cNvPr>
          <p:cNvSpPr txBox="1"/>
          <p:nvPr/>
        </p:nvSpPr>
        <p:spPr>
          <a:xfrm>
            <a:off x="2131679" y="228600"/>
            <a:ext cx="7928641" cy="1261884"/>
          </a:xfrm>
          <a:prstGeom prst="rect">
            <a:avLst/>
          </a:prstGeom>
          <a:noFill/>
        </p:spPr>
        <p:txBody>
          <a:bodyPr wrap="square" rtlCol="0">
            <a:spAutoFit/>
          </a:bodyPr>
          <a:lstStyle/>
          <a:p>
            <a:pPr algn="ctr"/>
            <a:r>
              <a:rPr lang="en-US" sz="4000" dirty="0"/>
              <a:t>Depth First Search</a:t>
            </a:r>
            <a:br>
              <a:rPr lang="en-US" dirty="0"/>
            </a:br>
            <a:br>
              <a:rPr lang="en-US" dirty="0"/>
            </a:br>
            <a:endParaRPr lang="en-US" dirty="0"/>
          </a:p>
        </p:txBody>
      </p:sp>
      <p:sp>
        <p:nvSpPr>
          <p:cNvPr id="3" name="TextBox 2">
            <a:extLst>
              <a:ext uri="{FF2B5EF4-FFF2-40B4-BE49-F238E27FC236}">
                <a16:creationId xmlns:a16="http://schemas.microsoft.com/office/drawing/2014/main" id="{9EA3F0DC-3665-2FF6-F63B-5E160DFDE8C5}"/>
              </a:ext>
            </a:extLst>
          </p:cNvPr>
          <p:cNvSpPr txBox="1"/>
          <p:nvPr/>
        </p:nvSpPr>
        <p:spPr>
          <a:xfrm>
            <a:off x="705411" y="1981200"/>
            <a:ext cx="4038600" cy="1200329"/>
          </a:xfrm>
          <a:prstGeom prst="rect">
            <a:avLst/>
          </a:prstGeom>
          <a:noFill/>
        </p:spPr>
        <p:txBody>
          <a:bodyPr wrap="square">
            <a:spAutoFit/>
          </a:bodyPr>
          <a:lstStyle/>
          <a:p>
            <a:r>
              <a:rPr lang="en-US" dirty="0"/>
              <a:t>• Expand the deepest unexpanded node </a:t>
            </a:r>
          </a:p>
          <a:p>
            <a:r>
              <a:rPr lang="en-US" dirty="0"/>
              <a:t>• Unexplored successors are placed on a LIFO stack until fully explored</a:t>
            </a:r>
          </a:p>
        </p:txBody>
      </p:sp>
      <p:pic>
        <p:nvPicPr>
          <p:cNvPr id="6" name="Picture 5">
            <a:extLst>
              <a:ext uri="{FF2B5EF4-FFF2-40B4-BE49-F238E27FC236}">
                <a16:creationId xmlns:a16="http://schemas.microsoft.com/office/drawing/2014/main" id="{9AD77E3C-9D78-8C04-AA91-21E05447EB4B}"/>
              </a:ext>
            </a:extLst>
          </p:cNvPr>
          <p:cNvPicPr>
            <a:picLocks noChangeAspect="1"/>
          </p:cNvPicPr>
          <p:nvPr/>
        </p:nvPicPr>
        <p:blipFill>
          <a:blip r:embed="rId3"/>
          <a:stretch>
            <a:fillRect/>
          </a:stretch>
        </p:blipFill>
        <p:spPr>
          <a:xfrm>
            <a:off x="6400800" y="1600200"/>
            <a:ext cx="5105842" cy="4686706"/>
          </a:xfrm>
          <a:prstGeom prst="rect">
            <a:avLst/>
          </a:prstGeom>
        </p:spPr>
      </p:pic>
    </p:spTree>
    <p:extLst>
      <p:ext uri="{BB962C8B-B14F-4D97-AF65-F5344CB8AC3E}">
        <p14:creationId xmlns:p14="http://schemas.microsoft.com/office/powerpoint/2010/main" val="11400410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8C057-1CFD-88E9-4186-6A788F747E4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97C10B-41B4-C5E3-028E-8DFF5874AA93}"/>
              </a:ext>
            </a:extLst>
          </p:cNvPr>
          <p:cNvSpPr txBox="1"/>
          <p:nvPr/>
        </p:nvSpPr>
        <p:spPr>
          <a:xfrm>
            <a:off x="2131679" y="228600"/>
            <a:ext cx="7928641" cy="1261884"/>
          </a:xfrm>
          <a:prstGeom prst="rect">
            <a:avLst/>
          </a:prstGeom>
          <a:noFill/>
        </p:spPr>
        <p:txBody>
          <a:bodyPr wrap="square" rtlCol="0">
            <a:spAutoFit/>
          </a:bodyPr>
          <a:lstStyle/>
          <a:p>
            <a:pPr algn="ctr"/>
            <a:r>
              <a:rPr lang="en-US" sz="4000" dirty="0"/>
              <a:t>Iterative Deepening Search</a:t>
            </a:r>
            <a:br>
              <a:rPr lang="en-US" dirty="0"/>
            </a:br>
            <a:br>
              <a:rPr lang="en-US" dirty="0"/>
            </a:br>
            <a:endParaRPr lang="en-US" dirty="0"/>
          </a:p>
        </p:txBody>
      </p:sp>
      <p:sp>
        <p:nvSpPr>
          <p:cNvPr id="3" name="TextBox 2">
            <a:extLst>
              <a:ext uri="{FF2B5EF4-FFF2-40B4-BE49-F238E27FC236}">
                <a16:creationId xmlns:a16="http://schemas.microsoft.com/office/drawing/2014/main" id="{2C886AC6-A05A-B10D-6152-5E9B1AB4C3B4}"/>
              </a:ext>
            </a:extLst>
          </p:cNvPr>
          <p:cNvSpPr txBox="1"/>
          <p:nvPr/>
        </p:nvSpPr>
        <p:spPr>
          <a:xfrm>
            <a:off x="705411" y="1981200"/>
            <a:ext cx="4038600" cy="1754326"/>
          </a:xfrm>
          <a:prstGeom prst="rect">
            <a:avLst/>
          </a:prstGeom>
          <a:noFill/>
        </p:spPr>
        <p:txBody>
          <a:bodyPr wrap="square">
            <a:spAutoFit/>
          </a:bodyPr>
          <a:lstStyle/>
          <a:p>
            <a:r>
              <a:rPr lang="en-US" dirty="0"/>
              <a:t>• Iterative deepening depth-first search</a:t>
            </a:r>
          </a:p>
          <a:p>
            <a:r>
              <a:rPr lang="en-US" dirty="0"/>
              <a:t>– Uses depth-first search</a:t>
            </a:r>
          </a:p>
          <a:p>
            <a:r>
              <a:rPr lang="en-US" dirty="0"/>
              <a:t>– Finds the best depth limit</a:t>
            </a:r>
          </a:p>
          <a:p>
            <a:r>
              <a:rPr lang="en-US" dirty="0"/>
              <a:t> • Gradually increases the depth limit; 0, 1, 2, … until a goal is found</a:t>
            </a:r>
          </a:p>
        </p:txBody>
      </p:sp>
      <p:pic>
        <p:nvPicPr>
          <p:cNvPr id="5" name="Picture 4">
            <a:extLst>
              <a:ext uri="{FF2B5EF4-FFF2-40B4-BE49-F238E27FC236}">
                <a16:creationId xmlns:a16="http://schemas.microsoft.com/office/drawing/2014/main" id="{6CEEE958-02F1-93FF-4598-3B9648BFB4AC}"/>
              </a:ext>
            </a:extLst>
          </p:cNvPr>
          <p:cNvPicPr>
            <a:picLocks noChangeAspect="1"/>
          </p:cNvPicPr>
          <p:nvPr/>
        </p:nvPicPr>
        <p:blipFill>
          <a:blip r:embed="rId3"/>
          <a:stretch>
            <a:fillRect/>
          </a:stretch>
        </p:blipFill>
        <p:spPr>
          <a:xfrm>
            <a:off x="6095999" y="1295400"/>
            <a:ext cx="5121084" cy="5159187"/>
          </a:xfrm>
          <a:prstGeom prst="rect">
            <a:avLst/>
          </a:prstGeom>
        </p:spPr>
      </p:pic>
    </p:spTree>
    <p:extLst>
      <p:ext uri="{BB962C8B-B14F-4D97-AF65-F5344CB8AC3E}">
        <p14:creationId xmlns:p14="http://schemas.microsoft.com/office/powerpoint/2010/main" val="4212783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ED121-7AAC-F0EA-3187-0EFC280465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DE3607-1D2A-B3CB-3258-D0098F23A1BA}"/>
              </a:ext>
            </a:extLst>
          </p:cNvPr>
          <p:cNvSpPr txBox="1"/>
          <p:nvPr/>
        </p:nvSpPr>
        <p:spPr>
          <a:xfrm>
            <a:off x="0" y="152400"/>
            <a:ext cx="12192000" cy="1261884"/>
          </a:xfrm>
          <a:prstGeom prst="rect">
            <a:avLst/>
          </a:prstGeom>
          <a:noFill/>
        </p:spPr>
        <p:txBody>
          <a:bodyPr wrap="square" rtlCol="0">
            <a:spAutoFit/>
          </a:bodyPr>
          <a:lstStyle/>
          <a:p>
            <a:pPr algn="ctr"/>
            <a:r>
              <a:rPr lang="en-US" sz="4000" dirty="0"/>
              <a:t>Measurements for Problem Solving Performance</a:t>
            </a:r>
            <a:br>
              <a:rPr lang="en-US" dirty="0"/>
            </a:br>
            <a:br>
              <a:rPr lang="en-US" dirty="0"/>
            </a:br>
            <a:endParaRPr lang="en-US" dirty="0"/>
          </a:p>
        </p:txBody>
      </p:sp>
      <p:sp>
        <p:nvSpPr>
          <p:cNvPr id="3" name="TextBox 2">
            <a:extLst>
              <a:ext uri="{FF2B5EF4-FFF2-40B4-BE49-F238E27FC236}">
                <a16:creationId xmlns:a16="http://schemas.microsoft.com/office/drawing/2014/main" id="{002E4F58-4799-CEDB-947A-20CBA58D3D25}"/>
              </a:ext>
            </a:extLst>
          </p:cNvPr>
          <p:cNvSpPr txBox="1"/>
          <p:nvPr/>
        </p:nvSpPr>
        <p:spPr>
          <a:xfrm>
            <a:off x="36095" y="1108018"/>
            <a:ext cx="4038600" cy="3139321"/>
          </a:xfrm>
          <a:prstGeom prst="rect">
            <a:avLst/>
          </a:prstGeom>
          <a:noFill/>
        </p:spPr>
        <p:txBody>
          <a:bodyPr wrap="square">
            <a:spAutoFit/>
          </a:bodyPr>
          <a:lstStyle/>
          <a:p>
            <a:r>
              <a:rPr lang="en-US" dirty="0"/>
              <a:t>• Completeness: Is the algorithm guaranteed to find a solution when there is one? </a:t>
            </a:r>
          </a:p>
          <a:p>
            <a:r>
              <a:rPr lang="en-US" dirty="0"/>
              <a:t>• Time complexity: How long does it take to find a solution? </a:t>
            </a:r>
          </a:p>
          <a:p>
            <a:r>
              <a:rPr lang="en-US" dirty="0"/>
              <a:t>• Space complexity: How much memory is needed to perform the search? </a:t>
            </a:r>
          </a:p>
          <a:p>
            <a:r>
              <a:rPr lang="en-US" dirty="0"/>
              <a:t>• Optimality: Does the strategy find the optimal solution, i.e., lowest path cost?</a:t>
            </a:r>
          </a:p>
        </p:txBody>
      </p:sp>
      <p:pic>
        <p:nvPicPr>
          <p:cNvPr id="6" name="Picture 5">
            <a:extLst>
              <a:ext uri="{FF2B5EF4-FFF2-40B4-BE49-F238E27FC236}">
                <a16:creationId xmlns:a16="http://schemas.microsoft.com/office/drawing/2014/main" id="{74FA721C-12B7-1727-71A3-4C0356B39274}"/>
              </a:ext>
            </a:extLst>
          </p:cNvPr>
          <p:cNvPicPr>
            <a:picLocks noChangeAspect="1"/>
          </p:cNvPicPr>
          <p:nvPr/>
        </p:nvPicPr>
        <p:blipFill>
          <a:blip r:embed="rId3"/>
          <a:stretch>
            <a:fillRect/>
          </a:stretch>
        </p:blipFill>
        <p:spPr>
          <a:xfrm>
            <a:off x="4491789" y="3149476"/>
            <a:ext cx="7700211" cy="2073409"/>
          </a:xfrm>
          <a:prstGeom prst="rect">
            <a:avLst/>
          </a:prstGeom>
        </p:spPr>
      </p:pic>
      <p:sp>
        <p:nvSpPr>
          <p:cNvPr id="8" name="TextBox 7">
            <a:extLst>
              <a:ext uri="{FF2B5EF4-FFF2-40B4-BE49-F238E27FC236}">
                <a16:creationId xmlns:a16="http://schemas.microsoft.com/office/drawing/2014/main" id="{0A4398F5-A40D-A38D-1B6A-CDFEA78BE408}"/>
              </a:ext>
            </a:extLst>
          </p:cNvPr>
          <p:cNvSpPr txBox="1"/>
          <p:nvPr/>
        </p:nvSpPr>
        <p:spPr>
          <a:xfrm>
            <a:off x="5638800" y="5222885"/>
            <a:ext cx="6136104" cy="923330"/>
          </a:xfrm>
          <a:prstGeom prst="rect">
            <a:avLst/>
          </a:prstGeom>
          <a:noFill/>
        </p:spPr>
        <p:txBody>
          <a:bodyPr wrap="square">
            <a:spAutoFit/>
          </a:bodyPr>
          <a:lstStyle/>
          <a:p>
            <a:r>
              <a:rPr lang="en-US" dirty="0"/>
              <a:t>• In general, iterative deepening search is the preferred uninformed search method when there is a large search space and the depth of the solution is not known</a:t>
            </a:r>
          </a:p>
        </p:txBody>
      </p:sp>
    </p:spTree>
    <p:extLst>
      <p:ext uri="{BB962C8B-B14F-4D97-AF65-F5344CB8AC3E}">
        <p14:creationId xmlns:p14="http://schemas.microsoft.com/office/powerpoint/2010/main" val="30385720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488AA-0368-3950-2867-86636E3B7C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9B259F7-2F50-6C7E-3C8C-C0FB66F1581E}"/>
              </a:ext>
            </a:extLst>
          </p:cNvPr>
          <p:cNvSpPr txBox="1"/>
          <p:nvPr/>
        </p:nvSpPr>
        <p:spPr>
          <a:xfrm>
            <a:off x="0" y="152400"/>
            <a:ext cx="12192000" cy="1261884"/>
          </a:xfrm>
          <a:prstGeom prst="rect">
            <a:avLst/>
          </a:prstGeom>
          <a:noFill/>
        </p:spPr>
        <p:txBody>
          <a:bodyPr wrap="square" rtlCol="0">
            <a:spAutoFit/>
          </a:bodyPr>
          <a:lstStyle/>
          <a:p>
            <a:pPr algn="ctr"/>
            <a:r>
              <a:rPr lang="en-US" sz="4000" dirty="0"/>
              <a:t>Informed (Heuristic) Search</a:t>
            </a:r>
            <a:br>
              <a:rPr lang="en-US" dirty="0"/>
            </a:br>
            <a:br>
              <a:rPr lang="en-US" dirty="0"/>
            </a:br>
            <a:endParaRPr lang="en-US" dirty="0"/>
          </a:p>
        </p:txBody>
      </p:sp>
      <p:sp>
        <p:nvSpPr>
          <p:cNvPr id="3" name="TextBox 2">
            <a:extLst>
              <a:ext uri="{FF2B5EF4-FFF2-40B4-BE49-F238E27FC236}">
                <a16:creationId xmlns:a16="http://schemas.microsoft.com/office/drawing/2014/main" id="{79DBD3FE-D253-6CA9-CD75-9C9D83E90C61}"/>
              </a:ext>
            </a:extLst>
          </p:cNvPr>
          <p:cNvSpPr txBox="1"/>
          <p:nvPr/>
        </p:nvSpPr>
        <p:spPr>
          <a:xfrm>
            <a:off x="2971800" y="1828800"/>
            <a:ext cx="4038600" cy="3693319"/>
          </a:xfrm>
          <a:prstGeom prst="rect">
            <a:avLst/>
          </a:prstGeom>
          <a:noFill/>
        </p:spPr>
        <p:txBody>
          <a:bodyPr wrap="square">
            <a:spAutoFit/>
          </a:bodyPr>
          <a:lstStyle/>
          <a:p>
            <a:r>
              <a:rPr lang="en-US" dirty="0"/>
              <a:t>• Informed Search uses problem-specific knowledge beyond the definition of the problem </a:t>
            </a:r>
          </a:p>
          <a:p>
            <a:r>
              <a:rPr lang="en-US" dirty="0"/>
              <a:t>– Can find solutions more efficiently</a:t>
            </a:r>
          </a:p>
          <a:p>
            <a:r>
              <a:rPr lang="en-US" dirty="0"/>
              <a:t>– Problem-specific knowledge helps to establish EVALUATION criterion for selecting node(s) for next expansion: an evaluation function f(n).</a:t>
            </a:r>
          </a:p>
          <a:p>
            <a:r>
              <a:rPr lang="en-US" dirty="0"/>
              <a:t>– One example of f(n) </a:t>
            </a:r>
          </a:p>
          <a:p>
            <a:r>
              <a:rPr lang="en-US" dirty="0"/>
              <a:t>• Heuristic function h(n) = estimated cost of the cheapest path from the state at node n to a goal state</a:t>
            </a:r>
          </a:p>
        </p:txBody>
      </p:sp>
    </p:spTree>
    <p:extLst>
      <p:ext uri="{BB962C8B-B14F-4D97-AF65-F5344CB8AC3E}">
        <p14:creationId xmlns:p14="http://schemas.microsoft.com/office/powerpoint/2010/main" val="27348880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267EB-9BF9-9A29-E1F4-E51C788B2A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C51DECF-EF25-17B3-8A0A-8D5518F1034D}"/>
              </a:ext>
            </a:extLst>
          </p:cNvPr>
          <p:cNvSpPr txBox="1"/>
          <p:nvPr/>
        </p:nvSpPr>
        <p:spPr>
          <a:xfrm>
            <a:off x="2931779" y="228600"/>
            <a:ext cx="6328441" cy="1261884"/>
          </a:xfrm>
          <a:prstGeom prst="rect">
            <a:avLst/>
          </a:prstGeom>
          <a:noFill/>
        </p:spPr>
        <p:txBody>
          <a:bodyPr wrap="square" rtlCol="0">
            <a:spAutoFit/>
          </a:bodyPr>
          <a:lstStyle/>
          <a:p>
            <a:pPr algn="ctr"/>
            <a:r>
              <a:rPr lang="en-US" sz="4000" dirty="0"/>
              <a:t>Knowledge-Based Agents</a:t>
            </a:r>
            <a:br>
              <a:rPr lang="en-US" dirty="0"/>
            </a:br>
            <a:br>
              <a:rPr lang="en-US" dirty="0"/>
            </a:br>
            <a:endParaRPr lang="en-US" dirty="0"/>
          </a:p>
        </p:txBody>
      </p:sp>
      <p:pic>
        <p:nvPicPr>
          <p:cNvPr id="5" name="Picture 4">
            <a:extLst>
              <a:ext uri="{FF2B5EF4-FFF2-40B4-BE49-F238E27FC236}">
                <a16:creationId xmlns:a16="http://schemas.microsoft.com/office/drawing/2014/main" id="{4998F88F-D6E7-F10C-A16B-80CE7020F779}"/>
              </a:ext>
            </a:extLst>
          </p:cNvPr>
          <p:cNvPicPr>
            <a:picLocks noChangeAspect="1"/>
          </p:cNvPicPr>
          <p:nvPr/>
        </p:nvPicPr>
        <p:blipFill>
          <a:blip r:embed="rId3"/>
          <a:stretch>
            <a:fillRect/>
          </a:stretch>
        </p:blipFill>
        <p:spPr>
          <a:xfrm>
            <a:off x="1583738" y="963736"/>
            <a:ext cx="9024523" cy="5665664"/>
          </a:xfrm>
          <a:prstGeom prst="rect">
            <a:avLst/>
          </a:prstGeom>
        </p:spPr>
      </p:pic>
    </p:spTree>
    <p:extLst>
      <p:ext uri="{BB962C8B-B14F-4D97-AF65-F5344CB8AC3E}">
        <p14:creationId xmlns:p14="http://schemas.microsoft.com/office/powerpoint/2010/main" val="32448024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0ECBD-087C-7AFE-5911-73B673A7C7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AE6C5DF-91F2-D121-3DEB-001CF0939871}"/>
              </a:ext>
            </a:extLst>
          </p:cNvPr>
          <p:cNvSpPr txBox="1"/>
          <p:nvPr/>
        </p:nvSpPr>
        <p:spPr>
          <a:xfrm>
            <a:off x="2931779" y="228600"/>
            <a:ext cx="6328441" cy="1261884"/>
          </a:xfrm>
          <a:prstGeom prst="rect">
            <a:avLst/>
          </a:prstGeom>
          <a:noFill/>
        </p:spPr>
        <p:txBody>
          <a:bodyPr wrap="square" rtlCol="0">
            <a:spAutoFit/>
          </a:bodyPr>
          <a:lstStyle/>
          <a:p>
            <a:pPr algn="ctr"/>
            <a:r>
              <a:rPr lang="en-US" sz="4000" dirty="0"/>
              <a:t>Knowledge-Based Agents</a:t>
            </a:r>
            <a:br>
              <a:rPr lang="en-US" dirty="0"/>
            </a:br>
            <a:br>
              <a:rPr lang="en-US" dirty="0"/>
            </a:br>
            <a:endParaRPr lang="en-US" dirty="0"/>
          </a:p>
        </p:txBody>
      </p:sp>
      <p:pic>
        <p:nvPicPr>
          <p:cNvPr id="5" name="Picture 4">
            <a:extLst>
              <a:ext uri="{FF2B5EF4-FFF2-40B4-BE49-F238E27FC236}">
                <a16:creationId xmlns:a16="http://schemas.microsoft.com/office/drawing/2014/main" id="{B3A870DF-2439-9759-1C7A-867032984D23}"/>
              </a:ext>
            </a:extLst>
          </p:cNvPr>
          <p:cNvPicPr>
            <a:picLocks noChangeAspect="1"/>
          </p:cNvPicPr>
          <p:nvPr/>
        </p:nvPicPr>
        <p:blipFill>
          <a:blip r:embed="rId3"/>
          <a:stretch>
            <a:fillRect/>
          </a:stretch>
        </p:blipFill>
        <p:spPr>
          <a:xfrm>
            <a:off x="1583738" y="963736"/>
            <a:ext cx="9024523" cy="5665664"/>
          </a:xfrm>
          <a:prstGeom prst="rect">
            <a:avLst/>
          </a:prstGeom>
        </p:spPr>
      </p:pic>
    </p:spTree>
    <p:extLst>
      <p:ext uri="{BB962C8B-B14F-4D97-AF65-F5344CB8AC3E}">
        <p14:creationId xmlns:p14="http://schemas.microsoft.com/office/powerpoint/2010/main" val="620569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A9E793C-F88B-E986-C191-718AB9E7DBEA}"/>
              </a:ext>
            </a:extLst>
          </p:cNvPr>
          <p:cNvPicPr>
            <a:picLocks noChangeAspect="1"/>
          </p:cNvPicPr>
          <p:nvPr/>
        </p:nvPicPr>
        <p:blipFill>
          <a:blip r:embed="rId2"/>
          <a:stretch>
            <a:fillRect/>
          </a:stretch>
        </p:blipFill>
        <p:spPr>
          <a:xfrm>
            <a:off x="547970" y="1213485"/>
            <a:ext cx="11096059" cy="5263515"/>
          </a:xfrm>
          <a:prstGeom prst="rect">
            <a:avLst/>
          </a:prstGeom>
        </p:spPr>
      </p:pic>
      <p:sp>
        <p:nvSpPr>
          <p:cNvPr id="9" name="TextBox 8">
            <a:extLst>
              <a:ext uri="{FF2B5EF4-FFF2-40B4-BE49-F238E27FC236}">
                <a16:creationId xmlns:a16="http://schemas.microsoft.com/office/drawing/2014/main" id="{660F8B7C-CE5B-2277-10C6-FD4A18ABA4D9}"/>
              </a:ext>
            </a:extLst>
          </p:cNvPr>
          <p:cNvSpPr txBox="1"/>
          <p:nvPr/>
        </p:nvSpPr>
        <p:spPr>
          <a:xfrm>
            <a:off x="3749090" y="228600"/>
            <a:ext cx="4693818" cy="984885"/>
          </a:xfrm>
          <a:prstGeom prst="rect">
            <a:avLst/>
          </a:prstGeom>
          <a:noFill/>
        </p:spPr>
        <p:txBody>
          <a:bodyPr wrap="square" rtlCol="0">
            <a:spAutoFit/>
          </a:bodyPr>
          <a:lstStyle/>
          <a:p>
            <a:pPr algn="ctr"/>
            <a:r>
              <a:rPr lang="en-US" sz="4000" dirty="0"/>
              <a:t>Future Modules</a:t>
            </a:r>
            <a:br>
              <a:rPr lang="en-US" dirty="0"/>
            </a:br>
            <a:endParaRPr lang="en-US" dirty="0"/>
          </a:p>
        </p:txBody>
      </p:sp>
    </p:spTree>
    <p:extLst>
      <p:ext uri="{BB962C8B-B14F-4D97-AF65-F5344CB8AC3E}">
        <p14:creationId xmlns:p14="http://schemas.microsoft.com/office/powerpoint/2010/main" val="571981106"/>
      </p:ext>
    </p:extLst>
  </p:cSld>
  <p:clrMapOvr>
    <a:masterClrMapping/>
  </p:clrMapOvr>
</p:sld>
</file>

<file path=ppt/theme/theme1.xml><?xml version="1.0" encoding="utf-8"?>
<a:theme xmlns:a="http://schemas.openxmlformats.org/drawingml/2006/main" name="Oasis">
  <a:themeElements>
    <a:clrScheme name="Oasis">
      <a:dk1>
        <a:srgbClr val="131313"/>
      </a:dk1>
      <a:lt1>
        <a:sysClr val="window" lastClr="FFFFFF"/>
      </a:lt1>
      <a:dk2>
        <a:srgbClr val="2D2A27"/>
      </a:dk2>
      <a:lt2>
        <a:srgbClr val="F0EBE6"/>
      </a:lt2>
      <a:accent1>
        <a:srgbClr val="9F7667"/>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Oasis Font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 id="{F87D57D1-6595-40EA-BD1E-F0C34D0EF910}" vid="{ECA7DBCD-4BC8-40F2-8EF4-7A6D942FA1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DA384A2-DC2C-4578-B8CE-512657D68B3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A533346F-C811-4404-B626-0E7631B21215}">
  <ds:schemaRefs>
    <ds:schemaRef ds:uri="http://schemas.microsoft.com/sharepoint/v3/contenttype/forms"/>
  </ds:schemaRefs>
</ds:datastoreItem>
</file>

<file path=customXml/itemProps3.xml><?xml version="1.0" encoding="utf-8"?>
<ds:datastoreItem xmlns:ds="http://schemas.openxmlformats.org/officeDocument/2006/customXml" ds:itemID="{E2E911A2-2017-41E4-8340-9C55208FC2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{02CE0714-151D-4541-87BB-4E316A68C330}977d9fe9-4445-4c48-bc9c-1fe8e23d557c-TF7d956844-ebdd-4ca4-b538-a1bcfc9ad3f053165620_win32</Template>
  <TotalTime>0</TotalTime>
  <Words>2219</Words>
  <Application>Microsoft Office PowerPoint</Application>
  <PresentationFormat>Widescreen</PresentationFormat>
  <Paragraphs>166</Paragraphs>
  <Slides>16</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Neue Haas Grotesk Text Pro</vt:lpstr>
      <vt:lpstr>Oasis</vt:lpstr>
      <vt:lpstr>Artificial Intelligence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Gregory Wagonblast</dc:creator>
  <cp:lastModifiedBy>Gregory Wagonblast</cp:lastModifiedBy>
  <cp:revision>18</cp:revision>
  <dcterms:created xsi:type="dcterms:W3CDTF">2026-06-05T14:52:18Z</dcterms:created>
  <dcterms:modified xsi:type="dcterms:W3CDTF">2026-06-19T21:28:18Z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